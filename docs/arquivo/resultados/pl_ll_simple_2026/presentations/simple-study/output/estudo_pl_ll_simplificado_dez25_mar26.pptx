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>
        <p:scale>
          <a:sx n="181" d="100"/>
          <a:sy n="181" d="100"/>
        </p:scale>
        <p:origin x="-1968" y="-2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68">
            <a:extLst>
              <a:ext uri="{FF2B5EF4-FFF2-40B4-BE49-F238E27FC236}">
                <a16:creationId xmlns:a16="http://schemas.microsoft.com/office/drawing/2014/main" id="{4813A35D-883A-41F6-8DFB-57CA99EC75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72FEBB-C726-4020-8B5C-686100C605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AE57E8-EBFF-4928-8783-81B4683EA129}"/>
              </a:ext>
            </a:extLst>
          </p:cNvPr>
          <p:cNvSpPr>
            <a:spLocks noGrp="1"/>
          </p:cNvSpPr>
          <p:nvPr/>
        </p:nvSpPr>
        <p:spPr>
          <a:xfrm>
            <a:off x="0" y="819150"/>
            <a:ext cx="12192000" cy="76200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465187-274D-46E6-AEF1-3111041DB358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1 | Patrimônio líquido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73546D-98FC-4D33-A3C9-2373348010F8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BNDES lidera por volume; PicPay entra no top 12 de aumento de PL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C58D7D-0D20-48F5-9ED3-0F6F46870A27}"/>
              </a:ext>
            </a:extLst>
          </p:cNvPr>
          <p:cNvSpPr>
            <a:spLocks noGrp="1"/>
          </p:cNvSpPr>
          <p:nvPr/>
        </p:nvSpPr>
        <p:spPr>
          <a:xfrm>
            <a:off x="8286750" y="190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Dez/25 vs Mar/26 | ordenado por ΔPL bruto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E9B38-6386-49DA-9E51-872F8C716369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428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Universo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7D3D31-EC3C-4A21-B91D-1F9395F9D1B0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21D833-5254-40B8-B3DE-F1713F1F6869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428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IFs com PL Dez/25 &gt;= R$100 mi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2D52B-25A4-46FA-B275-1AF6B6125D4C}"/>
              </a:ext>
            </a:extLst>
          </p:cNvPr>
          <p:cNvSpPr>
            <a:spLocks noGrp="1"/>
          </p:cNvSpPr>
          <p:nvPr/>
        </p:nvSpPr>
        <p:spPr>
          <a:xfrm>
            <a:off x="2209800" y="1123950"/>
            <a:ext cx="17621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Aumentos de PL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040A1B-0D48-4A5E-8FF8-2500290DF3B5}"/>
              </a:ext>
            </a:extLst>
          </p:cNvPr>
          <p:cNvSpPr>
            <a:spLocks noGrp="1"/>
          </p:cNvSpPr>
          <p:nvPr/>
        </p:nvSpPr>
        <p:spPr>
          <a:xfrm>
            <a:off x="2209800" y="1285875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R$ 116,8 bi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0DB17-1AB4-42D2-876B-FF57EA2C79CF}"/>
              </a:ext>
            </a:extLst>
          </p:cNvPr>
          <p:cNvSpPr>
            <a:spLocks noGrp="1"/>
          </p:cNvSpPr>
          <p:nvPr/>
        </p:nvSpPr>
        <p:spPr>
          <a:xfrm>
            <a:off x="2209800" y="1524000"/>
            <a:ext cx="17621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delta positivo total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D803B9-04CE-4252-BB72-963A3BBBFD01}"/>
              </a:ext>
            </a:extLst>
          </p:cNvPr>
          <p:cNvSpPr>
            <a:spLocks noGrp="1"/>
          </p:cNvSpPr>
          <p:nvPr/>
        </p:nvSpPr>
        <p:spPr>
          <a:xfrm>
            <a:off x="4333875" y="1123950"/>
            <a:ext cx="13811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Top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2CA105-78B6-4C14-A6B8-D9ED401E4B31}"/>
              </a:ext>
            </a:extLst>
          </p:cNvPr>
          <p:cNvSpPr>
            <a:spLocks noGrp="1"/>
          </p:cNvSpPr>
          <p:nvPr/>
        </p:nvSpPr>
        <p:spPr>
          <a:xfrm>
            <a:off x="4333875" y="1285875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74,1%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29EBD-725B-42C0-BAFD-EE101094AC11}"/>
              </a:ext>
            </a:extLst>
          </p:cNvPr>
          <p:cNvSpPr>
            <a:spLocks noGrp="1"/>
          </p:cNvSpPr>
          <p:nvPr/>
        </p:nvSpPr>
        <p:spPr>
          <a:xfrm>
            <a:off x="4333875" y="1524000"/>
            <a:ext cx="13811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share do delta positivo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2008A1-5312-48BE-A476-386141B1161F}"/>
              </a:ext>
            </a:extLst>
          </p:cNvPr>
          <p:cNvSpPr>
            <a:spLocks noGrp="1"/>
          </p:cNvSpPr>
          <p:nvPr/>
        </p:nvSpPr>
        <p:spPr>
          <a:xfrm>
            <a:off x="6076950" y="1123950"/>
            <a:ext cx="15716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6E84DC-FBFB-40AB-89E6-E5CA824A3EAC}"/>
              </a:ext>
            </a:extLst>
          </p:cNvPr>
          <p:cNvSpPr>
            <a:spLocks noGrp="1"/>
          </p:cNvSpPr>
          <p:nvPr/>
        </p:nvSpPr>
        <p:spPr>
          <a:xfrm>
            <a:off x="6076950" y="1285875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rPr>
              <a:t>R$ 2,3 bi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CBFF69-85CC-439E-BDC4-3C370F90AED9}"/>
              </a:ext>
            </a:extLst>
          </p:cNvPr>
          <p:cNvSpPr>
            <a:spLocks noGrp="1"/>
          </p:cNvSpPr>
          <p:nvPr/>
        </p:nvSpPr>
        <p:spPr>
          <a:xfrm>
            <a:off x="6076950" y="1524000"/>
            <a:ext cx="15716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rank #12 | 65,3%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BB40B4-E74B-4F07-AB95-38BDE0093DEE}"/>
              </a:ext>
            </a:extLst>
          </p:cNvPr>
          <p:cNvSpPr>
            <a:spLocks noGrp="1"/>
          </p:cNvSpPr>
          <p:nvPr/>
        </p:nvSpPr>
        <p:spPr>
          <a:xfrm>
            <a:off x="8010525" y="1123950"/>
            <a:ext cx="16192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Delta líquido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716A11-5767-4B8B-B8BE-E068A29E0105}"/>
              </a:ext>
            </a:extLst>
          </p:cNvPr>
          <p:cNvSpPr>
            <a:spLocks noGrp="1"/>
          </p:cNvSpPr>
          <p:nvPr/>
        </p:nvSpPr>
        <p:spPr>
          <a:xfrm>
            <a:off x="8010525" y="12858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R$ 115,5 bi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DCCF43-7530-4B07-87C0-6FA10CE57811}"/>
              </a:ext>
            </a:extLst>
          </p:cNvPr>
          <p:cNvSpPr>
            <a:spLocks noGrp="1"/>
          </p:cNvSpPr>
          <p:nvPr/>
        </p:nvSpPr>
        <p:spPr>
          <a:xfrm>
            <a:off x="8010525" y="15240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altas menos quedas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D13472-B6E4-4268-A766-AA9506BE8D36}"/>
              </a:ext>
            </a:extLst>
          </p:cNvPr>
          <p:cNvSpPr>
            <a:spLocks noGrp="1"/>
          </p:cNvSpPr>
          <p:nvPr/>
        </p:nvSpPr>
        <p:spPr>
          <a:xfrm>
            <a:off x="419100" y="2114550"/>
            <a:ext cx="4810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Ranking por volume de aumento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22A742-218E-4946-ACED-32A1547FCC56}"/>
              </a:ext>
            </a:extLst>
          </p:cNvPr>
          <p:cNvSpPr>
            <a:spLocks noGrp="1"/>
          </p:cNvSpPr>
          <p:nvPr/>
        </p:nvSpPr>
        <p:spPr>
          <a:xfrm>
            <a:off x="419100" y="2333625"/>
            <a:ext cx="4810125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5CECE8-3548-44E6-A770-0385240C96FC}"/>
              </a:ext>
            </a:extLst>
          </p:cNvPr>
          <p:cNvSpPr>
            <a:spLocks noGrp="1"/>
          </p:cNvSpPr>
          <p:nvPr/>
        </p:nvSpPr>
        <p:spPr>
          <a:xfrm>
            <a:off x="419100" y="24955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BNDES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68017B-9963-4D62-9103-EB87E34285FF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6A7112-CCBB-43F3-8216-C64065349F6E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BC01DF-DCD4-4EAE-8470-10946AA67665}"/>
              </a:ext>
            </a:extLst>
          </p:cNvPr>
          <p:cNvSpPr>
            <a:spLocks noGrp="1"/>
          </p:cNvSpPr>
          <p:nvPr/>
        </p:nvSpPr>
        <p:spPr>
          <a:xfrm>
            <a:off x="4467225" y="24860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B24D38-D0E4-49EC-A1D4-BE72CAB00F72}"/>
              </a:ext>
            </a:extLst>
          </p:cNvPr>
          <p:cNvSpPr>
            <a:spLocks noGrp="1"/>
          </p:cNvSpPr>
          <p:nvPr/>
        </p:nvSpPr>
        <p:spPr>
          <a:xfrm>
            <a:off x="419100" y="27432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ITAU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1453E3-C4DD-4C77-BC06-98DB56219C1B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EEDEFC-E0E2-4E45-89C0-18001324E692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1288080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5C617C-F2A3-4C2A-95BC-F55474BCC8FF}"/>
              </a:ext>
            </a:extLst>
          </p:cNvPr>
          <p:cNvSpPr>
            <a:spLocks noGrp="1"/>
          </p:cNvSpPr>
          <p:nvPr/>
        </p:nvSpPr>
        <p:spPr>
          <a:xfrm>
            <a:off x="4467225" y="27336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384A1B-BD04-43D7-8130-8602D42403F6}"/>
              </a:ext>
            </a:extLst>
          </p:cNvPr>
          <p:cNvSpPr>
            <a:spLocks noGrp="1"/>
          </p:cNvSpPr>
          <p:nvPr/>
        </p:nvSpPr>
        <p:spPr>
          <a:xfrm>
            <a:off x="419100" y="29908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BRADESCO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B08DBE-AAD7-492B-A083-CAFD0D7ECC58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D4C8C3-A88C-42A9-BBC4-DEE6355C18A4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656196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DD3D8C5-8404-4DFC-9458-ADB3163325C0}"/>
              </a:ext>
            </a:extLst>
          </p:cNvPr>
          <p:cNvSpPr>
            <a:spLocks noGrp="1"/>
          </p:cNvSpPr>
          <p:nvPr/>
        </p:nvSpPr>
        <p:spPr>
          <a:xfrm>
            <a:off x="4467225" y="29813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55FC49-4E7B-4551-BE40-F19A8CC2A0F2}"/>
              </a:ext>
            </a:extLst>
          </p:cNvPr>
          <p:cNvSpPr>
            <a:spLocks noGrp="1"/>
          </p:cNvSpPr>
          <p:nvPr/>
        </p:nvSpPr>
        <p:spPr>
          <a:xfrm>
            <a:off x="419100" y="32385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BTG PACTUAL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D1ACE8-5B4F-493C-BF26-2B4DEA251130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CCAA34-EE06-4F2D-95C5-2CE3EA607526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57375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F2490D-E3C9-45A8-AE00-5AA122CCAD4D}"/>
              </a:ext>
            </a:extLst>
          </p:cNvPr>
          <p:cNvSpPr>
            <a:spLocks noGrp="1"/>
          </p:cNvSpPr>
          <p:nvPr/>
        </p:nvSpPr>
        <p:spPr>
          <a:xfrm>
            <a:off x="4467225" y="32289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R$ 7,4bi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BBB4C6-3535-4DD0-90F8-94E868AD8C23}"/>
              </a:ext>
            </a:extLst>
          </p:cNvPr>
          <p:cNvSpPr>
            <a:spLocks noGrp="1"/>
          </p:cNvSpPr>
          <p:nvPr/>
        </p:nvSpPr>
        <p:spPr>
          <a:xfrm>
            <a:off x="419100" y="34861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447254-902A-4473-B9CE-0BB7EEFB8632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C1316D2-A59B-48C4-BA3E-087D838D4FEC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490943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BE0DA0-798F-4DB8-AFF1-8365E6CB5CF2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R$ 6,3bi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CC645B-7CD5-4D16-84D7-D2E2915CF46E}"/>
              </a:ext>
            </a:extLst>
          </p:cNvPr>
          <p:cNvSpPr>
            <a:spLocks noGrp="1"/>
          </p:cNvSpPr>
          <p:nvPr/>
        </p:nvSpPr>
        <p:spPr>
          <a:xfrm>
            <a:off x="419100" y="37338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CAIXA CEF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D7DC36-F904-4B84-AE89-C03A1E3599A5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C14BA4-A02E-44D3-B417-78819AD9FE4D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40146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B4B0AFB-3058-4B0C-8555-47E5F46825B0}"/>
              </a:ext>
            </a:extLst>
          </p:cNvPr>
          <p:cNvSpPr>
            <a:spLocks noGrp="1"/>
          </p:cNvSpPr>
          <p:nvPr/>
        </p:nvSpPr>
        <p:spPr>
          <a:xfrm>
            <a:off x="4467225" y="37242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R$ 5,2bi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DEF2E9C-CBE6-4AD1-8A8A-7B72E2671F7F}"/>
              </a:ext>
            </a:extLst>
          </p:cNvPr>
          <p:cNvSpPr>
            <a:spLocks noGrp="1"/>
          </p:cNvSpPr>
          <p:nvPr/>
        </p:nvSpPr>
        <p:spPr>
          <a:xfrm>
            <a:off x="419100" y="39814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CLOUDWALK IP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C6295B-F688-4DA0-8743-A441D1EF607D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3ECA8E-6400-4974-A6B8-5AA34CE09B80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8167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CABCDE-4D4C-437E-A013-77266A9D0581}"/>
              </a:ext>
            </a:extLst>
          </p:cNvPr>
          <p:cNvSpPr>
            <a:spLocks noGrp="1"/>
          </p:cNvSpPr>
          <p:nvPr/>
        </p:nvSpPr>
        <p:spPr>
          <a:xfrm>
            <a:off x="4467225" y="39719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69B0299-B571-4E61-8088-434DEE8F7A08}"/>
              </a:ext>
            </a:extLst>
          </p:cNvPr>
          <p:cNvSpPr>
            <a:spLocks noGrp="1"/>
          </p:cNvSpPr>
          <p:nvPr/>
        </p:nvSpPr>
        <p:spPr>
          <a:xfrm>
            <a:off x="419100" y="42291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BCO CLASSICO S.A.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C1490A-EA64-4116-867A-7E39FB4CD8E3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9C5630E-083F-4EF8-B46F-13AF8F745D23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69116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D26B3E9-0CE3-4BEC-A1FF-E26FC7C1C97B}"/>
              </a:ext>
            </a:extLst>
          </p:cNvPr>
          <p:cNvSpPr>
            <a:spLocks noGrp="1"/>
          </p:cNvSpPr>
          <p:nvPr/>
        </p:nvSpPr>
        <p:spPr>
          <a:xfrm>
            <a:off x="4467225" y="42195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782020A-A2CE-42F8-B77B-9AE3F9D3A7F0}"/>
              </a:ext>
            </a:extLst>
          </p:cNvPr>
          <p:cNvSpPr>
            <a:spLocks noGrp="1"/>
          </p:cNvSpPr>
          <p:nvPr/>
        </p:nvSpPr>
        <p:spPr>
          <a:xfrm>
            <a:off x="419100" y="44767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9. NU PAGAMENTOS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162027-8B39-4C43-97DC-40B8770D3A83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CB11AB-0054-48A7-9A46-ABAA1758177E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25463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6579DD6-1BD1-4CE8-B2F1-089D634ED24B}"/>
              </a:ext>
            </a:extLst>
          </p:cNvPr>
          <p:cNvSpPr>
            <a:spLocks noGrp="1"/>
          </p:cNvSpPr>
          <p:nvPr/>
        </p:nvSpPr>
        <p:spPr>
          <a:xfrm>
            <a:off x="4467225" y="44672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A090798-4BC1-4406-A35C-C8148B0899B8}"/>
              </a:ext>
            </a:extLst>
          </p:cNvPr>
          <p:cNvSpPr>
            <a:spLocks noGrp="1"/>
          </p:cNvSpPr>
          <p:nvPr/>
        </p:nvSpPr>
        <p:spPr>
          <a:xfrm>
            <a:off x="419100" y="47244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10. SANTANDER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2040513-89DF-46EA-A169-7114C81D7BB6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4FE5525-81FA-4C32-82DB-C4241934FEF4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219753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CE310D-C669-4E19-9790-C2D196D1076D}"/>
              </a:ext>
            </a:extLst>
          </p:cNvPr>
          <p:cNvSpPr>
            <a:spLocks noGrp="1"/>
          </p:cNvSpPr>
          <p:nvPr/>
        </p:nvSpPr>
        <p:spPr>
          <a:xfrm>
            <a:off x="4467225" y="47148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675CB4F-81A6-40D7-AE45-BF3F649A3566}"/>
              </a:ext>
            </a:extLst>
          </p:cNvPr>
          <p:cNvSpPr>
            <a:spLocks noGrp="1"/>
          </p:cNvSpPr>
          <p:nvPr/>
        </p:nvSpPr>
        <p:spPr>
          <a:xfrm>
            <a:off x="419100" y="49720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11. VOLKSWAGEN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101CED0-E638-48D4-ACD1-970A174610CB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618F1C-8E83-43E3-A950-DDBCB4FF17D7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190707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32A87-6F10-4A0F-A27C-FF429F092E25}"/>
              </a:ext>
            </a:extLst>
          </p:cNvPr>
          <p:cNvSpPr>
            <a:spLocks noGrp="1"/>
          </p:cNvSpPr>
          <p:nvPr/>
        </p:nvSpPr>
        <p:spPr>
          <a:xfrm>
            <a:off x="4467225" y="49625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574DC2-C0C5-48DF-8603-0A450E825CDC}"/>
              </a:ext>
            </a:extLst>
          </p:cNvPr>
          <p:cNvSpPr>
            <a:spLocks noGrp="1"/>
          </p:cNvSpPr>
          <p:nvPr/>
        </p:nvSpPr>
        <p:spPr>
          <a:xfrm>
            <a:off x="419100" y="52197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12. PICPAY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1540A3-EB82-479F-AD78-5B1AFF5122DA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A177FF0-9AD9-4941-B765-7303466E9C71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175584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AF0ECF5-737B-428D-B0E6-6B1AFD4A4904}"/>
              </a:ext>
            </a:extLst>
          </p:cNvPr>
          <p:cNvSpPr>
            <a:spLocks noGrp="1"/>
          </p:cNvSpPr>
          <p:nvPr/>
        </p:nvSpPr>
        <p:spPr>
          <a:xfrm>
            <a:off x="4467225" y="52101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9EFEAFE-152D-43F7-A35E-C498DCCB9AB0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Patamar, delta e variação percentual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99E8D61-2E0C-4324-A06F-6ACD91734686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49339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542C4AB-4485-444C-8CF2-00AABE7867FE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4914900" cy="26670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2B3EBF4-802B-4133-A1B2-79A9101DCA3E}"/>
              </a:ext>
            </a:extLst>
          </p:cNvPr>
          <p:cNvSpPr>
            <a:spLocks noGrp="1"/>
          </p:cNvSpPr>
          <p:nvPr/>
        </p:nvSpPr>
        <p:spPr>
          <a:xfrm>
            <a:off x="5857875" y="2543175"/>
            <a:ext cx="1409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6B17BD3-4AC5-4148-BF49-7E725B2103BF}"/>
              </a:ext>
            </a:extLst>
          </p:cNvPr>
          <p:cNvSpPr>
            <a:spLocks noGrp="1"/>
          </p:cNvSpPr>
          <p:nvPr/>
        </p:nvSpPr>
        <p:spPr>
          <a:xfrm>
            <a:off x="7362825" y="2543175"/>
            <a:ext cx="6953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Dez/25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98F7DBF-6043-448B-9397-AE7E06578B3F}"/>
              </a:ext>
            </a:extLst>
          </p:cNvPr>
          <p:cNvSpPr>
            <a:spLocks noGrp="1"/>
          </p:cNvSpPr>
          <p:nvPr/>
        </p:nvSpPr>
        <p:spPr>
          <a:xfrm>
            <a:off x="8153400" y="2543175"/>
            <a:ext cx="6953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Mar/26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8FEAD02-7BC9-4C52-9411-FCEAFC1C7344}"/>
              </a:ext>
            </a:extLst>
          </p:cNvPr>
          <p:cNvSpPr>
            <a:spLocks noGrp="1"/>
          </p:cNvSpPr>
          <p:nvPr/>
        </p:nvSpPr>
        <p:spPr>
          <a:xfrm>
            <a:off x="8943975" y="2543175"/>
            <a:ext cx="647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ΔPL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9233A65-1DA8-422A-8EFA-5EB779B72412}"/>
              </a:ext>
            </a:extLst>
          </p:cNvPr>
          <p:cNvSpPr>
            <a:spLocks noGrp="1"/>
          </p:cNvSpPr>
          <p:nvPr/>
        </p:nvSpPr>
        <p:spPr>
          <a:xfrm>
            <a:off x="9686925" y="2543175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CAEB155-2504-47FC-B7AB-856A8CE6A055}"/>
              </a:ext>
            </a:extLst>
          </p:cNvPr>
          <p:cNvSpPr>
            <a:spLocks noGrp="1"/>
          </p:cNvSpPr>
          <p:nvPr/>
        </p:nvSpPr>
        <p:spPr>
          <a:xfrm>
            <a:off x="10220325" y="2543175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Acum.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FEF0D7E-0722-4C3D-88D9-EF5934F839A6}"/>
              </a:ext>
            </a:extLst>
          </p:cNvPr>
          <p:cNvSpPr>
            <a:spLocks noGrp="1"/>
          </p:cNvSpPr>
          <p:nvPr/>
        </p:nvSpPr>
        <p:spPr>
          <a:xfrm>
            <a:off x="5810250" y="27432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DE9601B-1551-4FF0-A774-1CADD14AB704}"/>
              </a:ext>
            </a:extLst>
          </p:cNvPr>
          <p:cNvSpPr>
            <a:spLocks noGrp="1"/>
          </p:cNvSpPr>
          <p:nvPr/>
        </p:nvSpPr>
        <p:spPr>
          <a:xfrm>
            <a:off x="5857875" y="28003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67A4852-B8A6-4B3D-9AFF-5A2BFA0BAA16}"/>
              </a:ext>
            </a:extLst>
          </p:cNvPr>
          <p:cNvSpPr>
            <a:spLocks noGrp="1"/>
          </p:cNvSpPr>
          <p:nvPr/>
        </p:nvSpPr>
        <p:spPr>
          <a:xfrm>
            <a:off x="7362825" y="2800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R$ 159,0bi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C09A8F7-D8D5-421E-8E8F-B21145A7FB56}"/>
              </a:ext>
            </a:extLst>
          </p:cNvPr>
          <p:cNvSpPr>
            <a:spLocks noGrp="1"/>
          </p:cNvSpPr>
          <p:nvPr/>
        </p:nvSpPr>
        <p:spPr>
          <a:xfrm>
            <a:off x="8153400" y="2800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R$ 188,3bi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59F7600-B381-48E8-8308-EDDCDEEDA617}"/>
              </a:ext>
            </a:extLst>
          </p:cNvPr>
          <p:cNvSpPr>
            <a:spLocks noGrp="1"/>
          </p:cNvSpPr>
          <p:nvPr/>
        </p:nvSpPr>
        <p:spPr>
          <a:xfrm>
            <a:off x="8943975" y="28003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E5C7EC2-AFB0-4713-86FC-A355520DEE4B}"/>
              </a:ext>
            </a:extLst>
          </p:cNvPr>
          <p:cNvSpPr>
            <a:spLocks noGrp="1"/>
          </p:cNvSpPr>
          <p:nvPr/>
        </p:nvSpPr>
        <p:spPr>
          <a:xfrm>
            <a:off x="9686925" y="2800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18,4%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A61C309-434D-4B3D-82AB-ECB5DCFDD90B}"/>
              </a:ext>
            </a:extLst>
          </p:cNvPr>
          <p:cNvSpPr>
            <a:spLocks noGrp="1"/>
          </p:cNvSpPr>
          <p:nvPr/>
        </p:nvSpPr>
        <p:spPr>
          <a:xfrm>
            <a:off x="10220325" y="28003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25,1%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C92C9F3-55DB-4857-9A00-398F365CD435}"/>
              </a:ext>
            </a:extLst>
          </p:cNvPr>
          <p:cNvSpPr>
            <a:spLocks noGrp="1"/>
          </p:cNvSpPr>
          <p:nvPr/>
        </p:nvSpPr>
        <p:spPr>
          <a:xfrm>
            <a:off x="5810250" y="29813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F98D175-2792-4FDF-BE72-09047772561D}"/>
              </a:ext>
            </a:extLst>
          </p:cNvPr>
          <p:cNvSpPr>
            <a:spLocks noGrp="1"/>
          </p:cNvSpPr>
          <p:nvPr/>
        </p:nvSpPr>
        <p:spPr>
          <a:xfrm>
            <a:off x="5857875" y="30384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E8F462E-6A73-49C2-AE15-E7AA6539F8C7}"/>
              </a:ext>
            </a:extLst>
          </p:cNvPr>
          <p:cNvSpPr>
            <a:spLocks noGrp="1"/>
          </p:cNvSpPr>
          <p:nvPr/>
        </p:nvSpPr>
        <p:spPr>
          <a:xfrm>
            <a:off x="7362825" y="3038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R$ 203,7bi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8DFE922-D281-4E23-96AF-28F540CB9AEC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R$ 220,3bi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95F97C4-1E5D-4A7D-A539-8DA7970D584D}"/>
              </a:ext>
            </a:extLst>
          </p:cNvPr>
          <p:cNvSpPr>
            <a:spLocks noGrp="1"/>
          </p:cNvSpPr>
          <p:nvPr/>
        </p:nvSpPr>
        <p:spPr>
          <a:xfrm>
            <a:off x="8943975" y="30384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B588417-59FF-4D6D-B969-145CB1C74D04}"/>
              </a:ext>
            </a:extLst>
          </p:cNvPr>
          <p:cNvSpPr>
            <a:spLocks noGrp="1"/>
          </p:cNvSpPr>
          <p:nvPr/>
        </p:nvSpPr>
        <p:spPr>
          <a:xfrm>
            <a:off x="9686925" y="30384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8,2%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E8B20AF-8960-491C-80A0-EAFAD1533F0D}"/>
              </a:ext>
            </a:extLst>
          </p:cNvPr>
          <p:cNvSpPr>
            <a:spLocks noGrp="1"/>
          </p:cNvSpPr>
          <p:nvPr/>
        </p:nvSpPr>
        <p:spPr>
          <a:xfrm>
            <a:off x="10220325" y="30384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39,3%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DFEBBC7-4E26-4C8B-8642-6AEB75AA8E05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3893E3F-9EF0-49C8-B490-187150F177AE}"/>
              </a:ext>
            </a:extLst>
          </p:cNvPr>
          <p:cNvSpPr>
            <a:spLocks noGrp="1"/>
          </p:cNvSpPr>
          <p:nvPr/>
        </p:nvSpPr>
        <p:spPr>
          <a:xfrm>
            <a:off x="5857875" y="32766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4E9CDC8-8C38-4A4A-90A2-13F2F08CAA3A}"/>
              </a:ext>
            </a:extLst>
          </p:cNvPr>
          <p:cNvSpPr>
            <a:spLocks noGrp="1"/>
          </p:cNvSpPr>
          <p:nvPr/>
        </p:nvSpPr>
        <p:spPr>
          <a:xfrm>
            <a:off x="7362825" y="3276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R$ 163,7bi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5226B9F-761E-49C8-89AA-75AA4756D0B5}"/>
              </a:ext>
            </a:extLst>
          </p:cNvPr>
          <p:cNvSpPr>
            <a:spLocks noGrp="1"/>
          </p:cNvSpPr>
          <p:nvPr/>
        </p:nvSpPr>
        <p:spPr>
          <a:xfrm>
            <a:off x="8153400" y="3276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R$ 172,2bi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3E5175D-3329-4BD3-A7CC-B5D9398183FF}"/>
              </a:ext>
            </a:extLst>
          </p:cNvPr>
          <p:cNvSpPr>
            <a:spLocks noGrp="1"/>
          </p:cNvSpPr>
          <p:nvPr/>
        </p:nvSpPr>
        <p:spPr>
          <a:xfrm>
            <a:off x="8943975" y="32766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329B273-C886-4B62-9B5C-950B5B425FA0}"/>
              </a:ext>
            </a:extLst>
          </p:cNvPr>
          <p:cNvSpPr>
            <a:spLocks noGrp="1"/>
          </p:cNvSpPr>
          <p:nvPr/>
        </p:nvSpPr>
        <p:spPr>
          <a:xfrm>
            <a:off x="9686925" y="32766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5,2%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D716023-51E3-40B5-A955-DB81F605ABE2}"/>
              </a:ext>
            </a:extLst>
          </p:cNvPr>
          <p:cNvSpPr>
            <a:spLocks noGrp="1"/>
          </p:cNvSpPr>
          <p:nvPr/>
        </p:nvSpPr>
        <p:spPr>
          <a:xfrm>
            <a:off x="10220325" y="32766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46,5%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C823E98-F990-4539-938E-524243D51044}"/>
              </a:ext>
            </a:extLst>
          </p:cNvPr>
          <p:cNvSpPr>
            <a:spLocks noGrp="1"/>
          </p:cNvSpPr>
          <p:nvPr/>
        </p:nvSpPr>
        <p:spPr>
          <a:xfrm>
            <a:off x="5810250" y="345757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C39E3F5-A6E0-4740-A26A-F483BE64BCD8}"/>
              </a:ext>
            </a:extLst>
          </p:cNvPr>
          <p:cNvSpPr>
            <a:spLocks noGrp="1"/>
          </p:cNvSpPr>
          <p:nvPr/>
        </p:nvSpPr>
        <p:spPr>
          <a:xfrm>
            <a:off x="5857875" y="3514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A645461-DB09-407B-BD79-49A949EB1405}"/>
              </a:ext>
            </a:extLst>
          </p:cNvPr>
          <p:cNvSpPr>
            <a:spLocks noGrp="1"/>
          </p:cNvSpPr>
          <p:nvPr/>
        </p:nvSpPr>
        <p:spPr>
          <a:xfrm>
            <a:off x="7362825" y="3514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R$ 66,2bi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634457A-4B42-4201-A052-EF21D1C2CA11}"/>
              </a:ext>
            </a:extLst>
          </p:cNvPr>
          <p:cNvSpPr>
            <a:spLocks noGrp="1"/>
          </p:cNvSpPr>
          <p:nvPr/>
        </p:nvSpPr>
        <p:spPr>
          <a:xfrm>
            <a:off x="8153400" y="3514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R$ 73,6bi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7D2A471-E538-4289-B461-3A8B72BCFF5D}"/>
              </a:ext>
            </a:extLst>
          </p:cNvPr>
          <p:cNvSpPr>
            <a:spLocks noGrp="1"/>
          </p:cNvSpPr>
          <p:nvPr/>
        </p:nvSpPr>
        <p:spPr>
          <a:xfrm>
            <a:off x="8943975" y="35147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R$ 7,4bi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3083CEC-1BD6-4035-A621-29FBFE56ED1A}"/>
              </a:ext>
            </a:extLst>
          </p:cNvPr>
          <p:cNvSpPr>
            <a:spLocks noGrp="1"/>
          </p:cNvSpPr>
          <p:nvPr/>
        </p:nvSpPr>
        <p:spPr>
          <a:xfrm>
            <a:off x="9686925" y="35147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11,2%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8B4B790-5918-4BDE-B67B-5D3A33AA8F2C}"/>
              </a:ext>
            </a:extLst>
          </p:cNvPr>
          <p:cNvSpPr>
            <a:spLocks noGrp="1"/>
          </p:cNvSpPr>
          <p:nvPr/>
        </p:nvSpPr>
        <p:spPr>
          <a:xfrm>
            <a:off x="10220325" y="35147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52,9%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3B24F05-E2B7-4C64-8D2D-0015E33FC9CC}"/>
              </a:ext>
            </a:extLst>
          </p:cNvPr>
          <p:cNvSpPr>
            <a:spLocks noGrp="1"/>
          </p:cNvSpPr>
          <p:nvPr/>
        </p:nvSpPr>
        <p:spPr>
          <a:xfrm>
            <a:off x="5810250" y="36957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FB85272-782E-4232-9DDE-7FB3AA5C92DE}"/>
              </a:ext>
            </a:extLst>
          </p:cNvPr>
          <p:cNvSpPr>
            <a:spLocks noGrp="1"/>
          </p:cNvSpPr>
          <p:nvPr/>
        </p:nvSpPr>
        <p:spPr>
          <a:xfrm>
            <a:off x="5857875" y="37528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4337373-5410-4253-8125-D332128188BC}"/>
              </a:ext>
            </a:extLst>
          </p:cNvPr>
          <p:cNvSpPr>
            <a:spLocks noGrp="1"/>
          </p:cNvSpPr>
          <p:nvPr/>
        </p:nvSpPr>
        <p:spPr>
          <a:xfrm>
            <a:off x="7362825" y="37528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R$ 177,5bi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08F54BA-2ACA-4F39-AE96-37EF3FAB6D38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R$ 183,8bi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7629A01C-0A9C-4CC5-9F1F-82B2ECE053FA}"/>
              </a:ext>
            </a:extLst>
          </p:cNvPr>
          <p:cNvSpPr>
            <a:spLocks noGrp="1"/>
          </p:cNvSpPr>
          <p:nvPr/>
        </p:nvSpPr>
        <p:spPr>
          <a:xfrm>
            <a:off x="8943975" y="37528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R$ 6,3bi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9A496521-6D56-4E8C-8807-44808687CE23}"/>
              </a:ext>
            </a:extLst>
          </p:cNvPr>
          <p:cNvSpPr>
            <a:spLocks noGrp="1"/>
          </p:cNvSpPr>
          <p:nvPr/>
        </p:nvSpPr>
        <p:spPr>
          <a:xfrm>
            <a:off x="9686925" y="37528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3,6%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5B87BD7-E3A8-488D-8FAC-DA86856FFE72}"/>
              </a:ext>
            </a:extLst>
          </p:cNvPr>
          <p:cNvSpPr>
            <a:spLocks noGrp="1"/>
          </p:cNvSpPr>
          <p:nvPr/>
        </p:nvSpPr>
        <p:spPr>
          <a:xfrm>
            <a:off x="10220325" y="37528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58,3%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5168869-4D2B-4CF0-BC05-701AD66597C4}"/>
              </a:ext>
            </a:extLst>
          </p:cNvPr>
          <p:cNvSpPr>
            <a:spLocks noGrp="1"/>
          </p:cNvSpPr>
          <p:nvPr/>
        </p:nvSpPr>
        <p:spPr>
          <a:xfrm>
            <a:off x="5810250" y="39338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7272AF4-82D3-441B-80C7-1B49BA45D57C}"/>
              </a:ext>
            </a:extLst>
          </p:cNvPr>
          <p:cNvSpPr>
            <a:spLocks noGrp="1"/>
          </p:cNvSpPr>
          <p:nvPr/>
        </p:nvSpPr>
        <p:spPr>
          <a:xfrm>
            <a:off x="5857875" y="39909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ECONÔMICA FEDERAL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BBE54FE-379C-4F30-9B87-E11CA73AD1AA}"/>
              </a:ext>
            </a:extLst>
          </p:cNvPr>
          <p:cNvSpPr>
            <a:spLocks noGrp="1"/>
          </p:cNvSpPr>
          <p:nvPr/>
        </p:nvSpPr>
        <p:spPr>
          <a:xfrm>
            <a:off x="7362825" y="39909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R$ 107,1bi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3B29F3A-2E2C-49F9-B984-2DC41BDD6286}"/>
              </a:ext>
            </a:extLst>
          </p:cNvPr>
          <p:cNvSpPr>
            <a:spLocks noGrp="1"/>
          </p:cNvSpPr>
          <p:nvPr/>
        </p:nvSpPr>
        <p:spPr>
          <a:xfrm>
            <a:off x="8153400" y="39909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R$ 112,2bi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C4C5718-A8A4-489A-B60B-C82744E62076}"/>
              </a:ext>
            </a:extLst>
          </p:cNvPr>
          <p:cNvSpPr>
            <a:spLocks noGrp="1"/>
          </p:cNvSpPr>
          <p:nvPr/>
        </p:nvSpPr>
        <p:spPr>
          <a:xfrm>
            <a:off x="8943975" y="39909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R$ 5,2bi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586502A-D5AB-49B5-BD46-F4D83A3CD334}"/>
              </a:ext>
            </a:extLst>
          </p:cNvPr>
          <p:cNvSpPr>
            <a:spLocks noGrp="1"/>
          </p:cNvSpPr>
          <p:nvPr/>
        </p:nvSpPr>
        <p:spPr>
          <a:xfrm>
            <a:off x="9686925" y="39909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4,8%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716C69F-26E9-40C9-A389-9672EC7754D6}"/>
              </a:ext>
            </a:extLst>
          </p:cNvPr>
          <p:cNvSpPr>
            <a:spLocks noGrp="1"/>
          </p:cNvSpPr>
          <p:nvPr/>
        </p:nvSpPr>
        <p:spPr>
          <a:xfrm>
            <a:off x="10220325" y="39909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62,8%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0278BA-F7D7-4E8C-BB6E-6CDBCACD253A}"/>
              </a:ext>
            </a:extLst>
          </p:cNvPr>
          <p:cNvSpPr>
            <a:spLocks noGrp="1"/>
          </p:cNvSpPr>
          <p:nvPr/>
        </p:nvSpPr>
        <p:spPr>
          <a:xfrm>
            <a:off x="5810250" y="41719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1A76B81-B411-4041-8BA7-55E0319C11B1}"/>
              </a:ext>
            </a:extLst>
          </p:cNvPr>
          <p:cNvSpPr>
            <a:spLocks noGrp="1"/>
          </p:cNvSpPr>
          <p:nvPr/>
        </p:nvSpPr>
        <p:spPr>
          <a:xfrm>
            <a:off x="5857875" y="42291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7981C39-F750-4330-8075-C6D120F3C99C}"/>
              </a:ext>
            </a:extLst>
          </p:cNvPr>
          <p:cNvSpPr>
            <a:spLocks noGrp="1"/>
          </p:cNvSpPr>
          <p:nvPr/>
        </p:nvSpPr>
        <p:spPr>
          <a:xfrm>
            <a:off x="7362825" y="42291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R$ 13,6bi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3E24683-4566-439C-B82B-CAE5CA75CCCB}"/>
              </a:ext>
            </a:extLst>
          </p:cNvPr>
          <p:cNvSpPr>
            <a:spLocks noGrp="1"/>
          </p:cNvSpPr>
          <p:nvPr/>
        </p:nvSpPr>
        <p:spPr>
          <a:xfrm>
            <a:off x="8153400" y="42291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R$ 17,3bi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C1C58C2-635C-4E36-B7B1-890B77D46471}"/>
              </a:ext>
            </a:extLst>
          </p:cNvPr>
          <p:cNvSpPr>
            <a:spLocks noGrp="1"/>
          </p:cNvSpPr>
          <p:nvPr/>
        </p:nvSpPr>
        <p:spPr>
          <a:xfrm>
            <a:off x="8943975" y="42291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E269635-4249-4026-BAB4-DCB67C102FC7}"/>
              </a:ext>
            </a:extLst>
          </p:cNvPr>
          <p:cNvSpPr>
            <a:spLocks noGrp="1"/>
          </p:cNvSpPr>
          <p:nvPr/>
        </p:nvSpPr>
        <p:spPr>
          <a:xfrm>
            <a:off x="9686925" y="42291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26,7%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13F3CAC-B1F3-4D8B-9113-197B96F909BD}"/>
              </a:ext>
            </a:extLst>
          </p:cNvPr>
          <p:cNvSpPr>
            <a:spLocks noGrp="1"/>
          </p:cNvSpPr>
          <p:nvPr/>
        </p:nvSpPr>
        <p:spPr>
          <a:xfrm>
            <a:off x="10220325" y="4229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65,9%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6F8287D-323E-4A4D-9454-61DD5CB2B73C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E7EDE1B-2175-4133-923A-B54E5720FB83}"/>
              </a:ext>
            </a:extLst>
          </p:cNvPr>
          <p:cNvSpPr>
            <a:spLocks noGrp="1"/>
          </p:cNvSpPr>
          <p:nvPr/>
        </p:nvSpPr>
        <p:spPr>
          <a:xfrm>
            <a:off x="5857875" y="44672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FD31510-36BA-4A46-B1A0-9C87F4AF368C}"/>
              </a:ext>
            </a:extLst>
          </p:cNvPr>
          <p:cNvSpPr>
            <a:spLocks noGrp="1"/>
          </p:cNvSpPr>
          <p:nvPr/>
        </p:nvSpPr>
        <p:spPr>
          <a:xfrm>
            <a:off x="7362825" y="44672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R$ 19,9bi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BC674FA-7478-44F0-8B83-88E50AFAF505}"/>
              </a:ext>
            </a:extLst>
          </p:cNvPr>
          <p:cNvSpPr>
            <a:spLocks noGrp="1"/>
          </p:cNvSpPr>
          <p:nvPr/>
        </p:nvSpPr>
        <p:spPr>
          <a:xfrm>
            <a:off x="8153400" y="44672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R$ 23,4bi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3FB39BD-5029-46F0-BFCB-AAF13FBA69F5}"/>
              </a:ext>
            </a:extLst>
          </p:cNvPr>
          <p:cNvSpPr>
            <a:spLocks noGrp="1"/>
          </p:cNvSpPr>
          <p:nvPr/>
        </p:nvSpPr>
        <p:spPr>
          <a:xfrm>
            <a:off x="8943975" y="44672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5094DD0-CAD5-4DF9-9904-71D9B083A4CF}"/>
              </a:ext>
            </a:extLst>
          </p:cNvPr>
          <p:cNvSpPr>
            <a:spLocks noGrp="1"/>
          </p:cNvSpPr>
          <p:nvPr/>
        </p:nvSpPr>
        <p:spPr>
          <a:xfrm>
            <a:off x="9686925" y="44672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17,4%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4778843-9E33-4455-818C-E4DB707CC19A}"/>
              </a:ext>
            </a:extLst>
          </p:cNvPr>
          <p:cNvSpPr>
            <a:spLocks noGrp="1"/>
          </p:cNvSpPr>
          <p:nvPr/>
        </p:nvSpPr>
        <p:spPr>
          <a:xfrm>
            <a:off x="10220325" y="44672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68,8%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F576CCE-2AF4-40A3-A3CC-C3C8F1EE4AC8}"/>
              </a:ext>
            </a:extLst>
          </p:cNvPr>
          <p:cNvSpPr>
            <a:spLocks noGrp="1"/>
          </p:cNvSpPr>
          <p:nvPr/>
        </p:nvSpPr>
        <p:spPr>
          <a:xfrm>
            <a:off x="5810250" y="46482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5C32E23-448A-4E56-B733-6DFFAE2E3BDF}"/>
              </a:ext>
            </a:extLst>
          </p:cNvPr>
          <p:cNvSpPr>
            <a:spLocks noGrp="1"/>
          </p:cNvSpPr>
          <p:nvPr/>
        </p:nvSpPr>
        <p:spPr>
          <a:xfrm>
            <a:off x="5857875" y="47053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NU PAGAMENTOS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F81FD5D-100F-4AFF-9B9A-D5080BFA45F9}"/>
              </a:ext>
            </a:extLst>
          </p:cNvPr>
          <p:cNvSpPr>
            <a:spLocks noGrp="1"/>
          </p:cNvSpPr>
          <p:nvPr/>
        </p:nvSpPr>
        <p:spPr>
          <a:xfrm>
            <a:off x="7362825" y="4705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R$ 16,4bi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25C649-B462-488D-90FE-133B4EEF5D2A}"/>
              </a:ext>
            </a:extLst>
          </p:cNvPr>
          <p:cNvSpPr>
            <a:spLocks noGrp="1"/>
          </p:cNvSpPr>
          <p:nvPr/>
        </p:nvSpPr>
        <p:spPr>
          <a:xfrm>
            <a:off x="8153400" y="4705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R$ 19,7bi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4B7FAF57-BA0F-4A60-97B6-31B883810338}"/>
              </a:ext>
            </a:extLst>
          </p:cNvPr>
          <p:cNvSpPr>
            <a:spLocks noGrp="1"/>
          </p:cNvSpPr>
          <p:nvPr/>
        </p:nvSpPr>
        <p:spPr>
          <a:xfrm>
            <a:off x="8943975" y="47053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13AD69D-272E-4933-A22A-00D5865A2942}"/>
              </a:ext>
            </a:extLst>
          </p:cNvPr>
          <p:cNvSpPr>
            <a:spLocks noGrp="1"/>
          </p:cNvSpPr>
          <p:nvPr/>
        </p:nvSpPr>
        <p:spPr>
          <a:xfrm>
            <a:off x="9686925" y="4705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20,0%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AA73E7F-CCE6-4341-A5CA-CE1B0BF20995}"/>
              </a:ext>
            </a:extLst>
          </p:cNvPr>
          <p:cNvSpPr>
            <a:spLocks noGrp="1"/>
          </p:cNvSpPr>
          <p:nvPr/>
        </p:nvSpPr>
        <p:spPr>
          <a:xfrm>
            <a:off x="10220325" y="47053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71,7%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9A71F2-D1EF-4BCF-AA55-F59842FED087}"/>
              </a:ext>
            </a:extLst>
          </p:cNvPr>
          <p:cNvSpPr>
            <a:spLocks noGrp="1"/>
          </p:cNvSpPr>
          <p:nvPr/>
        </p:nvSpPr>
        <p:spPr>
          <a:xfrm>
            <a:off x="5810250" y="48863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D348612-53B9-49B7-AFE0-B1865CBB54D6}"/>
              </a:ext>
            </a:extLst>
          </p:cNvPr>
          <p:cNvSpPr>
            <a:spLocks noGrp="1"/>
          </p:cNvSpPr>
          <p:nvPr/>
        </p:nvSpPr>
        <p:spPr>
          <a:xfrm>
            <a:off x="5857875" y="49434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A41EB6F-09FB-4C56-942F-C8666F34D4CF}"/>
              </a:ext>
            </a:extLst>
          </p:cNvPr>
          <p:cNvSpPr>
            <a:spLocks noGrp="1"/>
          </p:cNvSpPr>
          <p:nvPr/>
        </p:nvSpPr>
        <p:spPr>
          <a:xfrm>
            <a:off x="7362825" y="4943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R$ 100,1bi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8AF74CF-34C3-42ED-889D-644A5257303D}"/>
              </a:ext>
            </a:extLst>
          </p:cNvPr>
          <p:cNvSpPr>
            <a:spLocks noGrp="1"/>
          </p:cNvSpPr>
          <p:nvPr/>
        </p:nvSpPr>
        <p:spPr>
          <a:xfrm>
            <a:off x="8153400" y="4943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R$ 103,0bi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D4CDA0F-12CB-47BB-AE28-E97CD4637F6A}"/>
              </a:ext>
            </a:extLst>
          </p:cNvPr>
          <p:cNvSpPr>
            <a:spLocks noGrp="1"/>
          </p:cNvSpPr>
          <p:nvPr/>
        </p:nvSpPr>
        <p:spPr>
          <a:xfrm>
            <a:off x="8943975" y="49434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E31C6BD-F4EF-4200-A94F-1C938AB6039C}"/>
              </a:ext>
            </a:extLst>
          </p:cNvPr>
          <p:cNvSpPr>
            <a:spLocks noGrp="1"/>
          </p:cNvSpPr>
          <p:nvPr/>
        </p:nvSpPr>
        <p:spPr>
          <a:xfrm>
            <a:off x="9686925" y="49434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2,8%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B67E42F-B0A0-472B-9BE6-D8320758F3FF}"/>
              </a:ext>
            </a:extLst>
          </p:cNvPr>
          <p:cNvSpPr>
            <a:spLocks noGrp="1"/>
          </p:cNvSpPr>
          <p:nvPr/>
        </p:nvSpPr>
        <p:spPr>
          <a:xfrm>
            <a:off x="10220325" y="49434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74,1%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123F1D15-7776-435A-9808-CAAFC289A6E3}"/>
              </a:ext>
            </a:extLst>
          </p:cNvPr>
          <p:cNvSpPr>
            <a:spLocks noGrp="1"/>
          </p:cNvSpPr>
          <p:nvPr/>
        </p:nvSpPr>
        <p:spPr>
          <a:xfrm>
            <a:off x="5810250" y="51244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96D1F57-F3CA-4869-9AEB-6AAD35DB5567}"/>
              </a:ext>
            </a:extLst>
          </p:cNvPr>
          <p:cNvSpPr>
            <a:spLocks noGrp="1"/>
          </p:cNvSpPr>
          <p:nvPr/>
        </p:nvSpPr>
        <p:spPr>
          <a:xfrm>
            <a:off x="5857875" y="51816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3B4896CB-03D4-4B8A-AAF0-7251A2FFA14B}"/>
              </a:ext>
            </a:extLst>
          </p:cNvPr>
          <p:cNvSpPr>
            <a:spLocks noGrp="1"/>
          </p:cNvSpPr>
          <p:nvPr/>
        </p:nvSpPr>
        <p:spPr>
          <a:xfrm>
            <a:off x="7362825" y="5181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R$ 6,4bi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4AE97FA-4DAD-4454-9EE5-12280F3987FC}"/>
              </a:ext>
            </a:extLst>
          </p:cNvPr>
          <p:cNvSpPr>
            <a:spLocks noGrp="1"/>
          </p:cNvSpPr>
          <p:nvPr/>
        </p:nvSpPr>
        <p:spPr>
          <a:xfrm>
            <a:off x="8153400" y="5181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R$ 8,9bi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9C94855-D112-4D3B-8055-DF36C6D35B5B}"/>
              </a:ext>
            </a:extLst>
          </p:cNvPr>
          <p:cNvSpPr>
            <a:spLocks noGrp="1"/>
          </p:cNvSpPr>
          <p:nvPr/>
        </p:nvSpPr>
        <p:spPr>
          <a:xfrm>
            <a:off x="8943975" y="51816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79A61D5-B929-45D0-B088-A457FEFDC855}"/>
              </a:ext>
            </a:extLst>
          </p:cNvPr>
          <p:cNvSpPr>
            <a:spLocks noGrp="1"/>
          </p:cNvSpPr>
          <p:nvPr/>
        </p:nvSpPr>
        <p:spPr>
          <a:xfrm>
            <a:off x="9686925" y="51816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8D015F9-07C0-4DB9-B5CE-CC0CD3A1D4AE}"/>
              </a:ext>
            </a:extLst>
          </p:cNvPr>
          <p:cNvSpPr>
            <a:spLocks noGrp="1"/>
          </p:cNvSpPr>
          <p:nvPr/>
        </p:nvSpPr>
        <p:spPr>
          <a:xfrm>
            <a:off x="10220325" y="51816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76,2%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3A09BEEA-F1C5-46F9-8BAD-3217C945CB51}"/>
              </a:ext>
            </a:extLst>
          </p:cNvPr>
          <p:cNvSpPr>
            <a:spLocks noGrp="1"/>
          </p:cNvSpPr>
          <p:nvPr/>
        </p:nvSpPr>
        <p:spPr>
          <a:xfrm>
            <a:off x="5810250" y="5362575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776C992-EEE3-46EC-8554-B326791FE7BF}"/>
              </a:ext>
            </a:extLst>
          </p:cNvPr>
          <p:cNvSpPr>
            <a:spLocks noGrp="1"/>
          </p:cNvSpPr>
          <p:nvPr/>
        </p:nvSpPr>
        <p:spPr>
          <a:xfrm>
            <a:off x="5857875" y="5419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8F3382B-B7E6-4EA5-986A-8C319EA74771}"/>
              </a:ext>
            </a:extLst>
          </p:cNvPr>
          <p:cNvSpPr>
            <a:spLocks noGrp="1"/>
          </p:cNvSpPr>
          <p:nvPr/>
        </p:nvSpPr>
        <p:spPr>
          <a:xfrm>
            <a:off x="7362825" y="5419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10BCEF2-7197-4D3E-9822-D7E2EE5CD694}"/>
              </a:ext>
            </a:extLst>
          </p:cNvPr>
          <p:cNvSpPr>
            <a:spLocks noGrp="1"/>
          </p:cNvSpPr>
          <p:nvPr/>
        </p:nvSpPr>
        <p:spPr>
          <a:xfrm>
            <a:off x="8153400" y="5419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R$ 5,7bi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B58413E-488F-4D69-B143-34B62675D7EA}"/>
              </a:ext>
            </a:extLst>
          </p:cNvPr>
          <p:cNvSpPr>
            <a:spLocks noGrp="1"/>
          </p:cNvSpPr>
          <p:nvPr/>
        </p:nvSpPr>
        <p:spPr>
          <a:xfrm>
            <a:off x="8943975" y="54197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82BDAC8-9978-4043-B4A3-1119DE157608}"/>
              </a:ext>
            </a:extLst>
          </p:cNvPr>
          <p:cNvSpPr>
            <a:spLocks noGrp="1"/>
          </p:cNvSpPr>
          <p:nvPr/>
        </p:nvSpPr>
        <p:spPr>
          <a:xfrm>
            <a:off x="9686925" y="54197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65,3%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08C1F10-0862-44D3-97F0-FF51A60DFEA4}"/>
              </a:ext>
            </a:extLst>
          </p:cNvPr>
          <p:cNvSpPr>
            <a:spLocks noGrp="1"/>
          </p:cNvSpPr>
          <p:nvPr/>
        </p:nvSpPr>
        <p:spPr>
          <a:xfrm>
            <a:off x="10220325" y="54197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78,1%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84E5157-6B52-4013-A8CD-D896572AADF7}"/>
              </a:ext>
            </a:extLst>
          </p:cNvPr>
          <p:cNvSpPr>
            <a:spLocks noGrp="1"/>
          </p:cNvSpPr>
          <p:nvPr/>
        </p:nvSpPr>
        <p:spPr>
          <a:xfrm>
            <a:off x="419100" y="6076950"/>
            <a:ext cx="9982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PicPay: PL de R$ 3,5bi para R$ 5,7bi; ΔPL de R$ 2,3bi e variação de 65,3%.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7259CF1-4F8B-4707-98BC-0B65B2ADFD2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036320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0F3189B-561B-4E00-A392-22F1B961F33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942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CB0A40A-5D0F-43FB-A8F1-D59309A088A0}"/>
              </a:ext>
            </a:extLst>
          </p:cNvPr>
          <p:cNvSpPr>
            <a:spLocks noGrp="1"/>
          </p:cNvSpPr>
          <p:nvPr/>
        </p:nvSpPr>
        <p:spPr>
          <a:xfrm>
            <a:off x="10810875" y="64865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973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65">
            <a:extLst>
              <a:ext uri="{FF2B5EF4-FFF2-40B4-BE49-F238E27FC236}">
                <a16:creationId xmlns:a16="http://schemas.microsoft.com/office/drawing/2014/main" id="{B2A2196F-C664-4374-96F7-0F68A0F15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E8E77-7397-46D1-823F-0C23CFD8A1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F0C47F-EF95-47CA-B2B4-208A2077B2B7}"/>
              </a:ext>
            </a:extLst>
          </p:cNvPr>
          <p:cNvSpPr>
            <a:spLocks noGrp="1"/>
          </p:cNvSpPr>
          <p:nvPr/>
        </p:nvSpPr>
        <p:spPr>
          <a:xfrm>
            <a:off x="0" y="819150"/>
            <a:ext cx="12192000" cy="76200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2DDB2A-ABCA-48E5-9FE0-39E345CBB0E8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1 | Patrimônio líquido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90AD8-B183-47F6-A54A-184648D68A12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Ranking percentual traz IPs para o topo: Bullla, BMP e PicPay lideram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27D0F-0958-4207-B1E1-FD5E5862614D}"/>
              </a:ext>
            </a:extLst>
          </p:cNvPr>
          <p:cNvSpPr>
            <a:spLocks noGrp="1"/>
          </p:cNvSpPr>
          <p:nvPr/>
        </p:nvSpPr>
        <p:spPr>
          <a:xfrm>
            <a:off x="8286750" y="190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Dez/25 vs Mar/26 | ordenado por variação percentual positiva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A35275-0C18-439C-858A-057BE29F8222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7621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Líder percentual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904F7-D40E-4110-9D34-ED34B22F85F0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1762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346,9%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D85914-AAE4-4363-8134-D18584EEA529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7621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BULLLA 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D9C72-19E9-4560-9423-51AFA20D4D36}"/>
              </a:ext>
            </a:extLst>
          </p:cNvPr>
          <p:cNvSpPr>
            <a:spLocks noGrp="1"/>
          </p:cNvSpPr>
          <p:nvPr/>
        </p:nvSpPr>
        <p:spPr>
          <a:xfrm>
            <a:off x="2619375" y="1123950"/>
            <a:ext cx="16192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Delta do líder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74209-BC75-4503-8695-3DC02CA3A5C8}"/>
              </a:ext>
            </a:extLst>
          </p:cNvPr>
          <p:cNvSpPr>
            <a:spLocks noGrp="1"/>
          </p:cNvSpPr>
          <p:nvPr/>
        </p:nvSpPr>
        <p:spPr>
          <a:xfrm>
            <a:off x="2619375" y="12858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R$ 540,6mi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71E335-B9AB-47CF-9210-0B70AFC37A31}"/>
              </a:ext>
            </a:extLst>
          </p:cNvPr>
          <p:cNvSpPr>
            <a:spLocks noGrp="1"/>
          </p:cNvSpPr>
          <p:nvPr/>
        </p:nvSpPr>
        <p:spPr>
          <a:xfrm>
            <a:off x="2619375" y="15240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PL Dez/25 &gt;= R$100 mi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30F399-8940-4CDD-B257-B22083E2103B}"/>
              </a:ext>
            </a:extLst>
          </p:cNvPr>
          <p:cNvSpPr>
            <a:spLocks noGrp="1"/>
          </p:cNvSpPr>
          <p:nvPr/>
        </p:nvSpPr>
        <p:spPr>
          <a:xfrm>
            <a:off x="4676775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78B30E-4801-42C2-9681-0648ACF91A3A}"/>
              </a:ext>
            </a:extLst>
          </p:cNvPr>
          <p:cNvSpPr>
            <a:spLocks noGrp="1"/>
          </p:cNvSpPr>
          <p:nvPr/>
        </p:nvSpPr>
        <p:spPr>
          <a:xfrm>
            <a:off x="4676775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rPr>
              <a:t>65,3%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CAAD57-046A-4D33-85DC-E46889D03EA1}"/>
              </a:ext>
            </a:extLst>
          </p:cNvPr>
          <p:cNvSpPr>
            <a:spLocks noGrp="1"/>
          </p:cNvSpPr>
          <p:nvPr/>
        </p:nvSpPr>
        <p:spPr>
          <a:xfrm>
            <a:off x="4676775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R$ 2,3bi de ΔPL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11AAA-3C8D-470D-BF32-5CE48F2053B0}"/>
              </a:ext>
            </a:extLst>
          </p:cNvPr>
          <p:cNvSpPr>
            <a:spLocks noGrp="1"/>
          </p:cNvSpPr>
          <p:nvPr/>
        </p:nvSpPr>
        <p:spPr>
          <a:xfrm>
            <a:off x="6638925" y="1123950"/>
            <a:ext cx="1809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CloudWalk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B77154-A4E4-4749-87EC-0C8C38B6E01C}"/>
              </a:ext>
            </a:extLst>
          </p:cNvPr>
          <p:cNvSpPr>
            <a:spLocks noGrp="1"/>
          </p:cNvSpPr>
          <p:nvPr/>
        </p:nvSpPr>
        <p:spPr>
          <a:xfrm>
            <a:off x="6638925" y="12858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26,7%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FE4CB9-05B1-4B11-9D3B-922D0FFC92C4}"/>
              </a:ext>
            </a:extLst>
          </p:cNvPr>
          <p:cNvSpPr>
            <a:spLocks noGrp="1"/>
          </p:cNvSpPr>
          <p:nvPr/>
        </p:nvSpPr>
        <p:spPr>
          <a:xfrm>
            <a:off x="6638925" y="1524000"/>
            <a:ext cx="1809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aparece entre as maiores altas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4EED9-7CCD-434C-97D0-CE520EDEB956}"/>
              </a:ext>
            </a:extLst>
          </p:cNvPr>
          <p:cNvSpPr>
            <a:spLocks noGrp="1"/>
          </p:cNvSpPr>
          <p:nvPr/>
        </p:nvSpPr>
        <p:spPr>
          <a:xfrm>
            <a:off x="419100" y="2114550"/>
            <a:ext cx="4810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Ranking por variação percentual de PL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5D4F0D-B04A-44D2-864C-770ECA9A7A7D}"/>
              </a:ext>
            </a:extLst>
          </p:cNvPr>
          <p:cNvSpPr>
            <a:spLocks noGrp="1"/>
          </p:cNvSpPr>
          <p:nvPr/>
        </p:nvSpPr>
        <p:spPr>
          <a:xfrm>
            <a:off x="419100" y="2333625"/>
            <a:ext cx="4810125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8E2ECA-BE79-4A12-A2B3-329AEFEC78B8}"/>
              </a:ext>
            </a:extLst>
          </p:cNvPr>
          <p:cNvSpPr>
            <a:spLocks noGrp="1"/>
          </p:cNvSpPr>
          <p:nvPr/>
        </p:nvSpPr>
        <p:spPr>
          <a:xfrm>
            <a:off x="419100" y="24955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BULLLA IP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75965D-3E34-469C-9255-5610BE91C6F2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D944C6-F829-4395-ACDC-E80D10187F1A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F422FA-9058-4697-83A5-17AA95969BFC}"/>
              </a:ext>
            </a:extLst>
          </p:cNvPr>
          <p:cNvSpPr>
            <a:spLocks noGrp="1"/>
          </p:cNvSpPr>
          <p:nvPr/>
        </p:nvSpPr>
        <p:spPr>
          <a:xfrm>
            <a:off x="4467225" y="24860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346,9%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7F51A2-7B8C-4709-8977-10C382FE68E6}"/>
              </a:ext>
            </a:extLst>
          </p:cNvPr>
          <p:cNvSpPr>
            <a:spLocks noGrp="1"/>
          </p:cNvSpPr>
          <p:nvPr/>
        </p:nvSpPr>
        <p:spPr>
          <a:xfrm>
            <a:off x="419100" y="27432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BMP SCMEPP LTDA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BA585E-4AAA-4736-8506-A462C247A3F5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2D6204-C495-4669-AD8F-DDC3FC0A90B1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512253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EDC94C-E796-4284-A8D5-D817B3430048}"/>
              </a:ext>
            </a:extLst>
          </p:cNvPr>
          <p:cNvSpPr>
            <a:spLocks noGrp="1"/>
          </p:cNvSpPr>
          <p:nvPr/>
        </p:nvSpPr>
        <p:spPr>
          <a:xfrm>
            <a:off x="4467225" y="27336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78,4%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963546-2F10-4A1B-B983-E875DC5551F2}"/>
              </a:ext>
            </a:extLst>
          </p:cNvPr>
          <p:cNvSpPr>
            <a:spLocks noGrp="1"/>
          </p:cNvSpPr>
          <p:nvPr/>
        </p:nvSpPr>
        <p:spPr>
          <a:xfrm>
            <a:off x="419100" y="29908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PICPAY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BDE1A0-8EE0-4712-9F7E-FB59DE662B48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85F3A7-7B75-4402-9D11-E1FB05DDADA9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42692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955EA1-AF6C-453E-80A1-F4301F833E70}"/>
              </a:ext>
            </a:extLst>
          </p:cNvPr>
          <p:cNvSpPr>
            <a:spLocks noGrp="1"/>
          </p:cNvSpPr>
          <p:nvPr/>
        </p:nvSpPr>
        <p:spPr>
          <a:xfrm>
            <a:off x="4467225" y="29813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65,3%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C11B55-8FC3-4628-837E-42BEE37DC1E7}"/>
              </a:ext>
            </a:extLst>
          </p:cNvPr>
          <p:cNvSpPr>
            <a:spLocks noGrp="1"/>
          </p:cNvSpPr>
          <p:nvPr/>
        </p:nvSpPr>
        <p:spPr>
          <a:xfrm>
            <a:off x="419100" y="32385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PINE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57810E-AA28-4361-BAE5-B887AADD0295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4BE90C-F35B-4CDD-AF52-56CE20DE255F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262312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B53B87-DAF7-46C5-A68F-0CC0CAEEAAE5}"/>
              </a:ext>
            </a:extLst>
          </p:cNvPr>
          <p:cNvSpPr>
            <a:spLocks noGrp="1"/>
          </p:cNvSpPr>
          <p:nvPr/>
        </p:nvSpPr>
        <p:spPr>
          <a:xfrm>
            <a:off x="4467225" y="32289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40,1%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C4B09D-C185-4D23-B71A-2F551BBBB08B}"/>
              </a:ext>
            </a:extLst>
          </p:cNvPr>
          <p:cNvSpPr>
            <a:spLocks noGrp="1"/>
          </p:cNvSpPr>
          <p:nvPr/>
        </p:nvSpPr>
        <p:spPr>
          <a:xfrm>
            <a:off x="419100" y="34861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IFOOD PAGO 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CB736A-B542-4B1A-A0D9-8A56F65ABD06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97B7D0A-AF5B-4756-A334-00A589996CA6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249992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A63B71-707C-46BF-89EA-70532306F9EB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773C515-BB00-41D7-8A44-61D65EFF34C7}"/>
              </a:ext>
            </a:extLst>
          </p:cNvPr>
          <p:cNvSpPr>
            <a:spLocks noGrp="1"/>
          </p:cNvSpPr>
          <p:nvPr/>
        </p:nvSpPr>
        <p:spPr>
          <a:xfrm>
            <a:off x="419100" y="37338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VOLKSWAGEN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A970DA-DE24-42F8-BD5E-4F2E73B23322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DD8A87-C752-49F0-B929-84D15F36015D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24993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D919ED1-3755-4D98-9F0E-C34CE431E703}"/>
              </a:ext>
            </a:extLst>
          </p:cNvPr>
          <p:cNvSpPr>
            <a:spLocks noGrp="1"/>
          </p:cNvSpPr>
          <p:nvPr/>
        </p:nvSpPr>
        <p:spPr>
          <a:xfrm>
            <a:off x="4467225" y="37242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F2D3D52-0DC5-481D-9CB5-F327A5407B43}"/>
              </a:ext>
            </a:extLst>
          </p:cNvPr>
          <p:cNvSpPr>
            <a:spLocks noGrp="1"/>
          </p:cNvSpPr>
          <p:nvPr/>
        </p:nvSpPr>
        <p:spPr>
          <a:xfrm>
            <a:off x="419100" y="39814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MÊNTORE IP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FE3D1BC-0883-4F9D-8845-A2FDC522686A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45A6C9A-C11E-4CEB-85E7-83FDCE511B66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4758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6BBD52-CFAD-4B0D-97FB-8338F6487BB1}"/>
              </a:ext>
            </a:extLst>
          </p:cNvPr>
          <p:cNvSpPr>
            <a:spLocks noGrp="1"/>
          </p:cNvSpPr>
          <p:nvPr/>
        </p:nvSpPr>
        <p:spPr>
          <a:xfrm>
            <a:off x="4467225" y="39719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37,9%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F356D4-54A8-483C-B1BF-F93C302EE2E0}"/>
              </a:ext>
            </a:extLst>
          </p:cNvPr>
          <p:cNvSpPr>
            <a:spLocks noGrp="1"/>
          </p:cNvSpPr>
          <p:nvPr/>
        </p:nvSpPr>
        <p:spPr>
          <a:xfrm>
            <a:off x="419100" y="42291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MERCANTIL DO BRASIL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EED8064-6CD3-4B97-A9CF-A37B12A9C96F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25BE35B-9976-4C7F-B28A-3AFDA8B0789A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18611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9342BC-0EC6-4EE4-A1E0-8EFAF042C320}"/>
              </a:ext>
            </a:extLst>
          </p:cNvPr>
          <p:cNvSpPr>
            <a:spLocks noGrp="1"/>
          </p:cNvSpPr>
          <p:nvPr/>
        </p:nvSpPr>
        <p:spPr>
          <a:xfrm>
            <a:off x="4467225" y="42195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33,5%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CF55F00-FD35-4503-B7AA-E7B9C6EB011F}"/>
              </a:ext>
            </a:extLst>
          </p:cNvPr>
          <p:cNvSpPr>
            <a:spLocks noGrp="1"/>
          </p:cNvSpPr>
          <p:nvPr/>
        </p:nvSpPr>
        <p:spPr>
          <a:xfrm>
            <a:off x="419100" y="44767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9. BCO C6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CF4D5B-AD0E-4694-9EB1-A399DD0B2CC2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3B1D87-E51E-4F2A-A01B-947C050398BE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196605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7EB4E9-759A-473B-9BD8-E0214C66B767}"/>
              </a:ext>
            </a:extLst>
          </p:cNvPr>
          <p:cNvSpPr>
            <a:spLocks noGrp="1"/>
          </p:cNvSpPr>
          <p:nvPr/>
        </p:nvSpPr>
        <p:spPr>
          <a:xfrm>
            <a:off x="4467225" y="44672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30,1%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C2F04F7-3909-4457-B92E-6BE036F8C16F}"/>
              </a:ext>
            </a:extLst>
          </p:cNvPr>
          <p:cNvSpPr>
            <a:spLocks noGrp="1"/>
          </p:cNvSpPr>
          <p:nvPr/>
        </p:nvSpPr>
        <p:spPr>
          <a:xfrm>
            <a:off x="419100" y="47244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10. CLOUDWALK IP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3BD4D81-582A-434A-A1B5-A965971F321D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A968B2D-4257-4795-9610-2B830A7F0A1A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17422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554EA6-AAA7-42BA-BEAC-45B57647FC3F}"/>
              </a:ext>
            </a:extLst>
          </p:cNvPr>
          <p:cNvSpPr>
            <a:spLocks noGrp="1"/>
          </p:cNvSpPr>
          <p:nvPr/>
        </p:nvSpPr>
        <p:spPr>
          <a:xfrm>
            <a:off x="4467225" y="47148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26,7%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AAE31E2-9EA9-478E-899C-96E1729B6BA0}"/>
              </a:ext>
            </a:extLst>
          </p:cNvPr>
          <p:cNvSpPr>
            <a:spLocks noGrp="1"/>
          </p:cNvSpPr>
          <p:nvPr/>
        </p:nvSpPr>
        <p:spPr>
          <a:xfrm>
            <a:off x="419100" y="49720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11. EAGLE SCD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581B0CA-DFE6-4668-90C7-6D946AD5F4EF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5791B2-C714-4907-A8E4-575F07DCCDD1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156831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EC556F7-C7AD-4664-A33E-31E5A3943C04}"/>
              </a:ext>
            </a:extLst>
          </p:cNvPr>
          <p:cNvSpPr>
            <a:spLocks noGrp="1"/>
          </p:cNvSpPr>
          <p:nvPr/>
        </p:nvSpPr>
        <p:spPr>
          <a:xfrm>
            <a:off x="4467225" y="49625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24,0%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C9A9B1-1946-44DB-B5D0-0F31A72171CC}"/>
              </a:ext>
            </a:extLst>
          </p:cNvPr>
          <p:cNvSpPr>
            <a:spLocks noGrp="1"/>
          </p:cNvSpPr>
          <p:nvPr/>
        </p:nvSpPr>
        <p:spPr>
          <a:xfrm>
            <a:off x="419100" y="52197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12. AVANCARD PROVER 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4922630-FD1F-4345-8AD0-BE41242A9C43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6E2D501-EE4A-4859-928B-E20B528BCCFC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13800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C3CEC05-D568-42C0-98AD-1261119CC0FF}"/>
              </a:ext>
            </a:extLst>
          </p:cNvPr>
          <p:cNvSpPr>
            <a:spLocks noGrp="1"/>
          </p:cNvSpPr>
          <p:nvPr/>
        </p:nvSpPr>
        <p:spPr>
          <a:xfrm>
            <a:off x="4467225" y="52101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21,1%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C0807D-CFDB-42E4-9689-5A97021F2FC4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Patamar evita leitura por denominador pequeno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3A04168-6DDD-4E69-B8B7-656C7BF6F6C5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49339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408A265-B0BC-4639-BE96-C53FB86060B8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4914900" cy="26670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9343C29-F272-4E47-A584-7A6CA01C31F3}"/>
              </a:ext>
            </a:extLst>
          </p:cNvPr>
          <p:cNvSpPr>
            <a:spLocks noGrp="1"/>
          </p:cNvSpPr>
          <p:nvPr/>
        </p:nvSpPr>
        <p:spPr>
          <a:xfrm>
            <a:off x="5857875" y="2543175"/>
            <a:ext cx="1409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2CB12AC-F241-41C0-8530-87FD55DCFAA4}"/>
              </a:ext>
            </a:extLst>
          </p:cNvPr>
          <p:cNvSpPr>
            <a:spLocks noGrp="1"/>
          </p:cNvSpPr>
          <p:nvPr/>
        </p:nvSpPr>
        <p:spPr>
          <a:xfrm>
            <a:off x="7362825" y="2543175"/>
            <a:ext cx="6953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Dez/25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AC0EFB3-5E5F-4E9E-AA6D-F99A61428166}"/>
              </a:ext>
            </a:extLst>
          </p:cNvPr>
          <p:cNvSpPr>
            <a:spLocks noGrp="1"/>
          </p:cNvSpPr>
          <p:nvPr/>
        </p:nvSpPr>
        <p:spPr>
          <a:xfrm>
            <a:off x="8153400" y="2543175"/>
            <a:ext cx="6953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 Mar/26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704217C-564D-4E1C-98DF-3FCB8044336D}"/>
              </a:ext>
            </a:extLst>
          </p:cNvPr>
          <p:cNvSpPr>
            <a:spLocks noGrp="1"/>
          </p:cNvSpPr>
          <p:nvPr/>
        </p:nvSpPr>
        <p:spPr>
          <a:xfrm>
            <a:off x="8943975" y="2543175"/>
            <a:ext cx="647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ΔPL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F8615FB-D4F2-4E56-87F7-99436CFD028E}"/>
              </a:ext>
            </a:extLst>
          </p:cNvPr>
          <p:cNvSpPr>
            <a:spLocks noGrp="1"/>
          </p:cNvSpPr>
          <p:nvPr/>
        </p:nvSpPr>
        <p:spPr>
          <a:xfrm>
            <a:off x="9686925" y="2543175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1AB0F0D-6181-452B-A9B2-A3067C5F8CEC}"/>
              </a:ext>
            </a:extLst>
          </p:cNvPr>
          <p:cNvSpPr>
            <a:spLocks noGrp="1"/>
          </p:cNvSpPr>
          <p:nvPr/>
        </p:nvSpPr>
        <p:spPr>
          <a:xfrm>
            <a:off x="10220325" y="2543175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 PL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BD1981D-0F4D-4F50-BF99-BD41F864EC96}"/>
              </a:ext>
            </a:extLst>
          </p:cNvPr>
          <p:cNvSpPr>
            <a:spLocks noGrp="1"/>
          </p:cNvSpPr>
          <p:nvPr/>
        </p:nvSpPr>
        <p:spPr>
          <a:xfrm>
            <a:off x="5810250" y="27432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624FB2E-41DB-4D93-B42B-0416FE8620EC}"/>
              </a:ext>
            </a:extLst>
          </p:cNvPr>
          <p:cNvSpPr>
            <a:spLocks noGrp="1"/>
          </p:cNvSpPr>
          <p:nvPr/>
        </p:nvSpPr>
        <p:spPr>
          <a:xfrm>
            <a:off x="5857875" y="28003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BULLLA IP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F1B6B44-2348-47F0-A7C2-0AC44DC2CADD}"/>
              </a:ext>
            </a:extLst>
          </p:cNvPr>
          <p:cNvSpPr>
            <a:spLocks noGrp="1"/>
          </p:cNvSpPr>
          <p:nvPr/>
        </p:nvSpPr>
        <p:spPr>
          <a:xfrm>
            <a:off x="7362825" y="2800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R$ 155,8mi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637602D-63A5-4D67-BB16-E380F643186C}"/>
              </a:ext>
            </a:extLst>
          </p:cNvPr>
          <p:cNvSpPr>
            <a:spLocks noGrp="1"/>
          </p:cNvSpPr>
          <p:nvPr/>
        </p:nvSpPr>
        <p:spPr>
          <a:xfrm>
            <a:off x="8153400" y="2800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R$ 696,4mi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6057C17-E383-4FA2-A479-0ECDA84A17A8}"/>
              </a:ext>
            </a:extLst>
          </p:cNvPr>
          <p:cNvSpPr>
            <a:spLocks noGrp="1"/>
          </p:cNvSpPr>
          <p:nvPr/>
        </p:nvSpPr>
        <p:spPr>
          <a:xfrm>
            <a:off x="8943975" y="28003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R$ 540,6mi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509BCD6-50C3-4367-B367-16184A781E86}"/>
              </a:ext>
            </a:extLst>
          </p:cNvPr>
          <p:cNvSpPr>
            <a:spLocks noGrp="1"/>
          </p:cNvSpPr>
          <p:nvPr/>
        </p:nvSpPr>
        <p:spPr>
          <a:xfrm>
            <a:off x="9686925" y="2800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346,9%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06455A-209A-4133-A5CE-13B6232C282C}"/>
              </a:ext>
            </a:extLst>
          </p:cNvPr>
          <p:cNvSpPr>
            <a:spLocks noGrp="1"/>
          </p:cNvSpPr>
          <p:nvPr/>
        </p:nvSpPr>
        <p:spPr>
          <a:xfrm>
            <a:off x="10220325" y="28003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881C64F-F562-4730-BDED-952CAA448A0D}"/>
              </a:ext>
            </a:extLst>
          </p:cNvPr>
          <p:cNvSpPr>
            <a:spLocks noGrp="1"/>
          </p:cNvSpPr>
          <p:nvPr/>
        </p:nvSpPr>
        <p:spPr>
          <a:xfrm>
            <a:off x="5810250" y="29813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E462059-9A24-4DDD-AD8E-6BF8043BCEDC}"/>
              </a:ext>
            </a:extLst>
          </p:cNvPr>
          <p:cNvSpPr>
            <a:spLocks noGrp="1"/>
          </p:cNvSpPr>
          <p:nvPr/>
        </p:nvSpPr>
        <p:spPr>
          <a:xfrm>
            <a:off x="5857875" y="30384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BMP SCMEPP LTDA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BC09549-9C52-4BB4-BA20-77886FD9F32B}"/>
              </a:ext>
            </a:extLst>
          </p:cNvPr>
          <p:cNvSpPr>
            <a:spLocks noGrp="1"/>
          </p:cNvSpPr>
          <p:nvPr/>
        </p:nvSpPr>
        <p:spPr>
          <a:xfrm>
            <a:off x="7362825" y="3038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R$ 130,2mi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6508E5-3CCE-4DC8-BB89-6E7170A81DA6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R$ 232,2mi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B154B3F-E85C-4615-AEE5-C3D87CFBC6A7}"/>
              </a:ext>
            </a:extLst>
          </p:cNvPr>
          <p:cNvSpPr>
            <a:spLocks noGrp="1"/>
          </p:cNvSpPr>
          <p:nvPr/>
        </p:nvSpPr>
        <p:spPr>
          <a:xfrm>
            <a:off x="8943975" y="30384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R$ 102,0mi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DF4B6A6-2A78-4C1A-A39B-E62A44235D65}"/>
              </a:ext>
            </a:extLst>
          </p:cNvPr>
          <p:cNvSpPr>
            <a:spLocks noGrp="1"/>
          </p:cNvSpPr>
          <p:nvPr/>
        </p:nvSpPr>
        <p:spPr>
          <a:xfrm>
            <a:off x="9686925" y="30384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78,4%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6572EE5-32A2-4EAC-A9B6-335840015BE0}"/>
              </a:ext>
            </a:extLst>
          </p:cNvPr>
          <p:cNvSpPr>
            <a:spLocks noGrp="1"/>
          </p:cNvSpPr>
          <p:nvPr/>
        </p:nvSpPr>
        <p:spPr>
          <a:xfrm>
            <a:off x="10220325" y="30384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121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FF02FBA-9B73-402F-B6CA-6AD9C9FCCD7C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902576F-0672-4C9F-82CB-F5BC61A99416}"/>
              </a:ext>
            </a:extLst>
          </p:cNvPr>
          <p:cNvSpPr>
            <a:spLocks noGrp="1"/>
          </p:cNvSpPr>
          <p:nvPr/>
        </p:nvSpPr>
        <p:spPr>
          <a:xfrm>
            <a:off x="5857875" y="32766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81B869B-BF66-4FC2-81E8-9C3017905912}"/>
              </a:ext>
            </a:extLst>
          </p:cNvPr>
          <p:cNvSpPr>
            <a:spLocks noGrp="1"/>
          </p:cNvSpPr>
          <p:nvPr/>
        </p:nvSpPr>
        <p:spPr>
          <a:xfrm>
            <a:off x="7362825" y="3276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57FCA6B-BFAC-4348-9DE3-F2385D82B0AC}"/>
              </a:ext>
            </a:extLst>
          </p:cNvPr>
          <p:cNvSpPr>
            <a:spLocks noGrp="1"/>
          </p:cNvSpPr>
          <p:nvPr/>
        </p:nvSpPr>
        <p:spPr>
          <a:xfrm>
            <a:off x="8153400" y="3276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R$ 5,7bi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7A1EB9-F870-4094-BF5C-7E04FBA93127}"/>
              </a:ext>
            </a:extLst>
          </p:cNvPr>
          <p:cNvSpPr>
            <a:spLocks noGrp="1"/>
          </p:cNvSpPr>
          <p:nvPr/>
        </p:nvSpPr>
        <p:spPr>
          <a:xfrm>
            <a:off x="8943975" y="32766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BE70704-FAA8-443F-867C-8F4E358B79E7}"/>
              </a:ext>
            </a:extLst>
          </p:cNvPr>
          <p:cNvSpPr>
            <a:spLocks noGrp="1"/>
          </p:cNvSpPr>
          <p:nvPr/>
        </p:nvSpPr>
        <p:spPr>
          <a:xfrm>
            <a:off x="9686925" y="32766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65,3%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6C21237-7F55-436E-BE7C-7C886FCBBA35}"/>
              </a:ext>
            </a:extLst>
          </p:cNvPr>
          <p:cNvSpPr>
            <a:spLocks noGrp="1"/>
          </p:cNvSpPr>
          <p:nvPr/>
        </p:nvSpPr>
        <p:spPr>
          <a:xfrm>
            <a:off x="10220325" y="32766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3BD0D69-8F05-4428-8A2C-728F5DD57565}"/>
              </a:ext>
            </a:extLst>
          </p:cNvPr>
          <p:cNvSpPr>
            <a:spLocks noGrp="1"/>
          </p:cNvSpPr>
          <p:nvPr/>
        </p:nvSpPr>
        <p:spPr>
          <a:xfrm>
            <a:off x="5810250" y="345757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84C9B1D-3C59-48B7-81D9-F453270134B0}"/>
              </a:ext>
            </a:extLst>
          </p:cNvPr>
          <p:cNvSpPr>
            <a:spLocks noGrp="1"/>
          </p:cNvSpPr>
          <p:nvPr/>
        </p:nvSpPr>
        <p:spPr>
          <a:xfrm>
            <a:off x="5857875" y="3514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PINE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FEDCA1D-39C6-4757-A9A1-5AA7A5068128}"/>
              </a:ext>
            </a:extLst>
          </p:cNvPr>
          <p:cNvSpPr>
            <a:spLocks noGrp="1"/>
          </p:cNvSpPr>
          <p:nvPr/>
        </p:nvSpPr>
        <p:spPr>
          <a:xfrm>
            <a:off x="7362825" y="3514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R$ 1,1bi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7CD8244-5914-4FC4-B0AC-ECDF6AF9AAC1}"/>
              </a:ext>
            </a:extLst>
          </p:cNvPr>
          <p:cNvSpPr>
            <a:spLocks noGrp="1"/>
          </p:cNvSpPr>
          <p:nvPr/>
        </p:nvSpPr>
        <p:spPr>
          <a:xfrm>
            <a:off x="8153400" y="3514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R$ 1,6bi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69CD5C-2A48-4C21-89F2-03963A75EC69}"/>
              </a:ext>
            </a:extLst>
          </p:cNvPr>
          <p:cNvSpPr>
            <a:spLocks noGrp="1"/>
          </p:cNvSpPr>
          <p:nvPr/>
        </p:nvSpPr>
        <p:spPr>
          <a:xfrm>
            <a:off x="8943975" y="35147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R$ 460,6mi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A040412-EAF0-42A3-9F75-7A25C3E8F1A8}"/>
              </a:ext>
            </a:extLst>
          </p:cNvPr>
          <p:cNvSpPr>
            <a:spLocks noGrp="1"/>
          </p:cNvSpPr>
          <p:nvPr/>
        </p:nvSpPr>
        <p:spPr>
          <a:xfrm>
            <a:off x="9686925" y="35147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40,1%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5580F05-1772-4E4B-8041-C670285F77C8}"/>
              </a:ext>
            </a:extLst>
          </p:cNvPr>
          <p:cNvSpPr>
            <a:spLocks noGrp="1"/>
          </p:cNvSpPr>
          <p:nvPr/>
        </p:nvSpPr>
        <p:spPr>
          <a:xfrm>
            <a:off x="10220325" y="35147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D5B0CBF-B241-47F5-8C0F-FDF960351D9D}"/>
              </a:ext>
            </a:extLst>
          </p:cNvPr>
          <p:cNvSpPr>
            <a:spLocks noGrp="1"/>
          </p:cNvSpPr>
          <p:nvPr/>
        </p:nvSpPr>
        <p:spPr>
          <a:xfrm>
            <a:off x="5810250" y="36957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4ABB0C6-37BF-4790-A4C7-6B60DBA32B70}"/>
              </a:ext>
            </a:extLst>
          </p:cNvPr>
          <p:cNvSpPr>
            <a:spLocks noGrp="1"/>
          </p:cNvSpPr>
          <p:nvPr/>
        </p:nvSpPr>
        <p:spPr>
          <a:xfrm>
            <a:off x="5857875" y="37528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IFOOD PAGO IP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8CA3508-6546-4FA3-8B8F-4063EE57F024}"/>
              </a:ext>
            </a:extLst>
          </p:cNvPr>
          <p:cNvSpPr>
            <a:spLocks noGrp="1"/>
          </p:cNvSpPr>
          <p:nvPr/>
        </p:nvSpPr>
        <p:spPr>
          <a:xfrm>
            <a:off x="7362825" y="37528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R$ 232,1mi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DA00875-57E4-4D5A-98C0-C660596062B6}"/>
              </a:ext>
            </a:extLst>
          </p:cNvPr>
          <p:cNvSpPr>
            <a:spLocks noGrp="1"/>
          </p:cNvSpPr>
          <p:nvPr/>
        </p:nvSpPr>
        <p:spPr>
          <a:xfrm>
            <a:off x="8153400" y="37528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R$ 320,8mi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05C1772-1DE0-494F-BD3D-720B37235089}"/>
              </a:ext>
            </a:extLst>
          </p:cNvPr>
          <p:cNvSpPr>
            <a:spLocks noGrp="1"/>
          </p:cNvSpPr>
          <p:nvPr/>
        </p:nvSpPr>
        <p:spPr>
          <a:xfrm>
            <a:off x="8943975" y="37528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R$ 88,8mi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78F317D-921A-46D3-A249-140CFB3B4778}"/>
              </a:ext>
            </a:extLst>
          </p:cNvPr>
          <p:cNvSpPr>
            <a:spLocks noGrp="1"/>
          </p:cNvSpPr>
          <p:nvPr/>
        </p:nvSpPr>
        <p:spPr>
          <a:xfrm>
            <a:off x="9686925" y="37528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D5E702C-AC89-4376-8B21-D59AFB6C08C0}"/>
              </a:ext>
            </a:extLst>
          </p:cNvPr>
          <p:cNvSpPr>
            <a:spLocks noGrp="1"/>
          </p:cNvSpPr>
          <p:nvPr/>
        </p:nvSpPr>
        <p:spPr>
          <a:xfrm>
            <a:off x="10220325" y="37528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C99D8B5-DB62-45B8-B7BD-FD688E6C4EB0}"/>
              </a:ext>
            </a:extLst>
          </p:cNvPr>
          <p:cNvSpPr>
            <a:spLocks noGrp="1"/>
          </p:cNvSpPr>
          <p:nvPr/>
        </p:nvSpPr>
        <p:spPr>
          <a:xfrm>
            <a:off x="5810250" y="39338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C52022C-3749-46BC-9AD9-D0DC02532678}"/>
              </a:ext>
            </a:extLst>
          </p:cNvPr>
          <p:cNvSpPr>
            <a:spLocks noGrp="1"/>
          </p:cNvSpPr>
          <p:nvPr/>
        </p:nvSpPr>
        <p:spPr>
          <a:xfrm>
            <a:off x="5857875" y="39909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E634F77-18FC-45F4-8AB0-92F81F30C1CC}"/>
              </a:ext>
            </a:extLst>
          </p:cNvPr>
          <p:cNvSpPr>
            <a:spLocks noGrp="1"/>
          </p:cNvSpPr>
          <p:nvPr/>
        </p:nvSpPr>
        <p:spPr>
          <a:xfrm>
            <a:off x="7362825" y="39909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R$ 6,4bi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0F89F2C-5E7B-4807-8FC3-1CBB132DD865}"/>
              </a:ext>
            </a:extLst>
          </p:cNvPr>
          <p:cNvSpPr>
            <a:spLocks noGrp="1"/>
          </p:cNvSpPr>
          <p:nvPr/>
        </p:nvSpPr>
        <p:spPr>
          <a:xfrm>
            <a:off x="8153400" y="39909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R$ 8,9bi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06348DB-ABAA-4D8B-838A-2C3874C4A14A}"/>
              </a:ext>
            </a:extLst>
          </p:cNvPr>
          <p:cNvSpPr>
            <a:spLocks noGrp="1"/>
          </p:cNvSpPr>
          <p:nvPr/>
        </p:nvSpPr>
        <p:spPr>
          <a:xfrm>
            <a:off x="8943975" y="39909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36EB058-A5F6-4008-B2FD-1B2E2C1B9310}"/>
              </a:ext>
            </a:extLst>
          </p:cNvPr>
          <p:cNvSpPr>
            <a:spLocks noGrp="1"/>
          </p:cNvSpPr>
          <p:nvPr/>
        </p:nvSpPr>
        <p:spPr>
          <a:xfrm>
            <a:off x="9686925" y="39909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38,3%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8C707B3-FE0E-43D6-83A2-0BEF01A4B877}"/>
              </a:ext>
            </a:extLst>
          </p:cNvPr>
          <p:cNvSpPr>
            <a:spLocks noGrp="1"/>
          </p:cNvSpPr>
          <p:nvPr/>
        </p:nvSpPr>
        <p:spPr>
          <a:xfrm>
            <a:off x="10220325" y="39909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4F549DB-6747-4866-9823-5CF18D837105}"/>
              </a:ext>
            </a:extLst>
          </p:cNvPr>
          <p:cNvSpPr>
            <a:spLocks noGrp="1"/>
          </p:cNvSpPr>
          <p:nvPr/>
        </p:nvSpPr>
        <p:spPr>
          <a:xfrm>
            <a:off x="5810250" y="41719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947F2A2-643F-4C2D-AE53-829414CF7785}"/>
              </a:ext>
            </a:extLst>
          </p:cNvPr>
          <p:cNvSpPr>
            <a:spLocks noGrp="1"/>
          </p:cNvSpPr>
          <p:nvPr/>
        </p:nvSpPr>
        <p:spPr>
          <a:xfrm>
            <a:off x="5857875" y="42291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MÊNTORE IP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41274E1-E113-4675-952E-6425CDE1F69D}"/>
              </a:ext>
            </a:extLst>
          </p:cNvPr>
          <p:cNvSpPr>
            <a:spLocks noGrp="1"/>
          </p:cNvSpPr>
          <p:nvPr/>
        </p:nvSpPr>
        <p:spPr>
          <a:xfrm>
            <a:off x="7362825" y="42291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R$ 196,3mi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969A49D-09D6-4559-80E0-1FCBD1EBD682}"/>
              </a:ext>
            </a:extLst>
          </p:cNvPr>
          <p:cNvSpPr>
            <a:spLocks noGrp="1"/>
          </p:cNvSpPr>
          <p:nvPr/>
        </p:nvSpPr>
        <p:spPr>
          <a:xfrm>
            <a:off x="8153400" y="42291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R$ 270,7mi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C2368BE-F891-4BAF-A187-069C4DFC776E}"/>
              </a:ext>
            </a:extLst>
          </p:cNvPr>
          <p:cNvSpPr>
            <a:spLocks noGrp="1"/>
          </p:cNvSpPr>
          <p:nvPr/>
        </p:nvSpPr>
        <p:spPr>
          <a:xfrm>
            <a:off x="8943975" y="42291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R$ 74,4mi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664FC70-C886-4F2D-BFD0-23BE86CF31ED}"/>
              </a:ext>
            </a:extLst>
          </p:cNvPr>
          <p:cNvSpPr>
            <a:spLocks noGrp="1"/>
          </p:cNvSpPr>
          <p:nvPr/>
        </p:nvSpPr>
        <p:spPr>
          <a:xfrm>
            <a:off x="9686925" y="42291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37,9%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DD20D2F-D61A-41C4-97A4-3E775D20A0AF}"/>
              </a:ext>
            </a:extLst>
          </p:cNvPr>
          <p:cNvSpPr>
            <a:spLocks noGrp="1"/>
          </p:cNvSpPr>
          <p:nvPr/>
        </p:nvSpPr>
        <p:spPr>
          <a:xfrm>
            <a:off x="10220325" y="42291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A29F352-098D-42E3-B69D-9CAF62D2422F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D2F4BF8-D15A-43B4-878D-FCD6B3014B61}"/>
              </a:ext>
            </a:extLst>
          </p:cNvPr>
          <p:cNvSpPr>
            <a:spLocks noGrp="1"/>
          </p:cNvSpPr>
          <p:nvPr/>
        </p:nvSpPr>
        <p:spPr>
          <a:xfrm>
            <a:off x="5857875" y="44672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MERCANTIL DO BRASIL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959A5F0-B1E0-40AF-8D7F-2E26A8621B46}"/>
              </a:ext>
            </a:extLst>
          </p:cNvPr>
          <p:cNvSpPr>
            <a:spLocks noGrp="1"/>
          </p:cNvSpPr>
          <p:nvPr/>
        </p:nvSpPr>
        <p:spPr>
          <a:xfrm>
            <a:off x="7362825" y="44672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R$ 2,1bi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3CEFCD9-DF67-4433-96BD-8ABEE74AF8F2}"/>
              </a:ext>
            </a:extLst>
          </p:cNvPr>
          <p:cNvSpPr>
            <a:spLocks noGrp="1"/>
          </p:cNvSpPr>
          <p:nvPr/>
        </p:nvSpPr>
        <p:spPr>
          <a:xfrm>
            <a:off x="8153400" y="44672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R$ 2,7bi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D62EB91-104A-4E92-87B7-6283B4C33F61}"/>
              </a:ext>
            </a:extLst>
          </p:cNvPr>
          <p:cNvSpPr>
            <a:spLocks noGrp="1"/>
          </p:cNvSpPr>
          <p:nvPr/>
        </p:nvSpPr>
        <p:spPr>
          <a:xfrm>
            <a:off x="8943975" y="44672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R$ 688,3mi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6012390-00A1-4C82-B63F-2E5D559697CE}"/>
              </a:ext>
            </a:extLst>
          </p:cNvPr>
          <p:cNvSpPr>
            <a:spLocks noGrp="1"/>
          </p:cNvSpPr>
          <p:nvPr/>
        </p:nvSpPr>
        <p:spPr>
          <a:xfrm>
            <a:off x="9686925" y="44672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33,5%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1527FCA-0A54-4FF7-9DE3-F9C7E0FD8383}"/>
              </a:ext>
            </a:extLst>
          </p:cNvPr>
          <p:cNvSpPr>
            <a:spLocks noGrp="1"/>
          </p:cNvSpPr>
          <p:nvPr/>
        </p:nvSpPr>
        <p:spPr>
          <a:xfrm>
            <a:off x="10220325" y="44672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B87B690-C4D4-4CC5-B7F7-996780160555}"/>
              </a:ext>
            </a:extLst>
          </p:cNvPr>
          <p:cNvSpPr>
            <a:spLocks noGrp="1"/>
          </p:cNvSpPr>
          <p:nvPr/>
        </p:nvSpPr>
        <p:spPr>
          <a:xfrm>
            <a:off x="5810250" y="464820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4AF29F2-2895-4964-B1B1-075E705E608D}"/>
              </a:ext>
            </a:extLst>
          </p:cNvPr>
          <p:cNvSpPr>
            <a:spLocks noGrp="1"/>
          </p:cNvSpPr>
          <p:nvPr/>
        </p:nvSpPr>
        <p:spPr>
          <a:xfrm>
            <a:off x="5857875" y="470535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BANCO C6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F0802F41-A446-4EBB-ACCE-C96E819A9A6B}"/>
              </a:ext>
            </a:extLst>
          </p:cNvPr>
          <p:cNvSpPr>
            <a:spLocks noGrp="1"/>
          </p:cNvSpPr>
          <p:nvPr/>
        </p:nvSpPr>
        <p:spPr>
          <a:xfrm>
            <a:off x="7362825" y="4705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R$ 4,7bi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EC9FCB0-15FB-46AE-B533-DB6D13D9C80C}"/>
              </a:ext>
            </a:extLst>
          </p:cNvPr>
          <p:cNvSpPr>
            <a:spLocks noGrp="1"/>
          </p:cNvSpPr>
          <p:nvPr/>
        </p:nvSpPr>
        <p:spPr>
          <a:xfrm>
            <a:off x="8153400" y="470535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R$ 6,1bi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E02AB4E-C85E-4727-9330-20932C9A9510}"/>
              </a:ext>
            </a:extLst>
          </p:cNvPr>
          <p:cNvSpPr>
            <a:spLocks noGrp="1"/>
          </p:cNvSpPr>
          <p:nvPr/>
        </p:nvSpPr>
        <p:spPr>
          <a:xfrm>
            <a:off x="8943975" y="470535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2AD3875-9DBA-4012-B175-BDDBCC9FEC6B}"/>
              </a:ext>
            </a:extLst>
          </p:cNvPr>
          <p:cNvSpPr>
            <a:spLocks noGrp="1"/>
          </p:cNvSpPr>
          <p:nvPr/>
        </p:nvSpPr>
        <p:spPr>
          <a:xfrm>
            <a:off x="9686925" y="470535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30,1%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7255B50-1A7D-4796-8465-63DFDA96C11E}"/>
              </a:ext>
            </a:extLst>
          </p:cNvPr>
          <p:cNvSpPr>
            <a:spLocks noGrp="1"/>
          </p:cNvSpPr>
          <p:nvPr/>
        </p:nvSpPr>
        <p:spPr>
          <a:xfrm>
            <a:off x="10220325" y="47053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D017B81D-9465-4E31-84E4-EFA6B8D27838}"/>
              </a:ext>
            </a:extLst>
          </p:cNvPr>
          <p:cNvSpPr>
            <a:spLocks noGrp="1"/>
          </p:cNvSpPr>
          <p:nvPr/>
        </p:nvSpPr>
        <p:spPr>
          <a:xfrm>
            <a:off x="5810250" y="488632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A6E06A1-E113-465B-9617-CDF2AA3022C6}"/>
              </a:ext>
            </a:extLst>
          </p:cNvPr>
          <p:cNvSpPr>
            <a:spLocks noGrp="1"/>
          </p:cNvSpPr>
          <p:nvPr/>
        </p:nvSpPr>
        <p:spPr>
          <a:xfrm>
            <a:off x="5857875" y="494347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6EE7572-BDBE-476F-9C94-7C7318EA1441}"/>
              </a:ext>
            </a:extLst>
          </p:cNvPr>
          <p:cNvSpPr>
            <a:spLocks noGrp="1"/>
          </p:cNvSpPr>
          <p:nvPr/>
        </p:nvSpPr>
        <p:spPr>
          <a:xfrm>
            <a:off x="7362825" y="4943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R$ 13,6bi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E2604CB-F311-4D4C-B98C-3A2761C237F8}"/>
              </a:ext>
            </a:extLst>
          </p:cNvPr>
          <p:cNvSpPr>
            <a:spLocks noGrp="1"/>
          </p:cNvSpPr>
          <p:nvPr/>
        </p:nvSpPr>
        <p:spPr>
          <a:xfrm>
            <a:off x="8153400" y="494347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R$ 17,3bi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347BC93-4025-41CF-8403-B8C81C6CDFEA}"/>
              </a:ext>
            </a:extLst>
          </p:cNvPr>
          <p:cNvSpPr>
            <a:spLocks noGrp="1"/>
          </p:cNvSpPr>
          <p:nvPr/>
        </p:nvSpPr>
        <p:spPr>
          <a:xfrm>
            <a:off x="8943975" y="494347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D6CD54E-8D05-4510-B246-E1B319CA702D}"/>
              </a:ext>
            </a:extLst>
          </p:cNvPr>
          <p:cNvSpPr>
            <a:spLocks noGrp="1"/>
          </p:cNvSpPr>
          <p:nvPr/>
        </p:nvSpPr>
        <p:spPr>
          <a:xfrm>
            <a:off x="9686925" y="494347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26,7%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ACFC46E4-8CC0-468A-B504-229576B92427}"/>
              </a:ext>
            </a:extLst>
          </p:cNvPr>
          <p:cNvSpPr>
            <a:spLocks noGrp="1"/>
          </p:cNvSpPr>
          <p:nvPr/>
        </p:nvSpPr>
        <p:spPr>
          <a:xfrm>
            <a:off x="10220325" y="494347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C85E9B0-6D5D-417D-B0C2-0D795F2EB631}"/>
              </a:ext>
            </a:extLst>
          </p:cNvPr>
          <p:cNvSpPr>
            <a:spLocks noGrp="1"/>
          </p:cNvSpPr>
          <p:nvPr/>
        </p:nvSpPr>
        <p:spPr>
          <a:xfrm>
            <a:off x="5810250" y="5124450"/>
            <a:ext cx="4914900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0AA4123-ACAE-4D61-B2A2-68016B1E6BAF}"/>
              </a:ext>
            </a:extLst>
          </p:cNvPr>
          <p:cNvSpPr>
            <a:spLocks noGrp="1"/>
          </p:cNvSpPr>
          <p:nvPr/>
        </p:nvSpPr>
        <p:spPr>
          <a:xfrm>
            <a:off x="5857875" y="5181600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EAGLE SCD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ED284986-3BD4-4DC2-B46B-27DAEFD40F44}"/>
              </a:ext>
            </a:extLst>
          </p:cNvPr>
          <p:cNvSpPr>
            <a:spLocks noGrp="1"/>
          </p:cNvSpPr>
          <p:nvPr/>
        </p:nvSpPr>
        <p:spPr>
          <a:xfrm>
            <a:off x="7362825" y="5181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R$ 111,0mi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EE5BB4F-F5F0-498D-94C6-039F05B7601A}"/>
              </a:ext>
            </a:extLst>
          </p:cNvPr>
          <p:cNvSpPr>
            <a:spLocks noGrp="1"/>
          </p:cNvSpPr>
          <p:nvPr/>
        </p:nvSpPr>
        <p:spPr>
          <a:xfrm>
            <a:off x="8153400" y="5181600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R$ 137,7mi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7403BBB-CD43-4CD0-8BAD-D2E7637C1F1E}"/>
              </a:ext>
            </a:extLst>
          </p:cNvPr>
          <p:cNvSpPr>
            <a:spLocks noGrp="1"/>
          </p:cNvSpPr>
          <p:nvPr/>
        </p:nvSpPr>
        <p:spPr>
          <a:xfrm>
            <a:off x="8943975" y="5181600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R$ 26,7mi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6872353-8691-4632-A9D0-9E5F91D966D2}"/>
              </a:ext>
            </a:extLst>
          </p:cNvPr>
          <p:cNvSpPr>
            <a:spLocks noGrp="1"/>
          </p:cNvSpPr>
          <p:nvPr/>
        </p:nvSpPr>
        <p:spPr>
          <a:xfrm>
            <a:off x="9686925" y="51816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24,0%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A037F42-9264-4CA6-8973-5DC89CFDE49B}"/>
              </a:ext>
            </a:extLst>
          </p:cNvPr>
          <p:cNvSpPr>
            <a:spLocks noGrp="1"/>
          </p:cNvSpPr>
          <p:nvPr/>
        </p:nvSpPr>
        <p:spPr>
          <a:xfrm>
            <a:off x="10220325" y="518160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125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50196BB-5B48-43CF-9D74-65F60BEBEB70}"/>
              </a:ext>
            </a:extLst>
          </p:cNvPr>
          <p:cNvSpPr>
            <a:spLocks noGrp="1"/>
          </p:cNvSpPr>
          <p:nvPr/>
        </p:nvSpPr>
        <p:spPr>
          <a:xfrm>
            <a:off x="5810250" y="5362575"/>
            <a:ext cx="4914900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88955D2-61B5-4F07-ABC3-D4BB46A13527}"/>
              </a:ext>
            </a:extLst>
          </p:cNvPr>
          <p:cNvSpPr>
            <a:spLocks noGrp="1"/>
          </p:cNvSpPr>
          <p:nvPr/>
        </p:nvSpPr>
        <p:spPr>
          <a:xfrm>
            <a:off x="5857875" y="5419725"/>
            <a:ext cx="140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AVANCARD PROVER IP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891BE9B-B31F-4E2A-8334-26F8F4098B16}"/>
              </a:ext>
            </a:extLst>
          </p:cNvPr>
          <p:cNvSpPr>
            <a:spLocks noGrp="1"/>
          </p:cNvSpPr>
          <p:nvPr/>
        </p:nvSpPr>
        <p:spPr>
          <a:xfrm>
            <a:off x="7362825" y="5419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R$ 128,6mi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7C0DBC3-CA6A-448C-B701-DDB421B7698D}"/>
              </a:ext>
            </a:extLst>
          </p:cNvPr>
          <p:cNvSpPr>
            <a:spLocks noGrp="1"/>
          </p:cNvSpPr>
          <p:nvPr/>
        </p:nvSpPr>
        <p:spPr>
          <a:xfrm>
            <a:off x="8153400" y="5419725"/>
            <a:ext cx="6953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R$ 155,7mi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7CD1385-801F-4926-A4B4-47041B3C5F2A}"/>
              </a:ext>
            </a:extLst>
          </p:cNvPr>
          <p:cNvSpPr>
            <a:spLocks noGrp="1"/>
          </p:cNvSpPr>
          <p:nvPr/>
        </p:nvSpPr>
        <p:spPr>
          <a:xfrm>
            <a:off x="8943975" y="5419725"/>
            <a:ext cx="647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R$ 27,2mi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599795E-D3A6-4A6B-9183-93ED1C00556B}"/>
              </a:ext>
            </a:extLst>
          </p:cNvPr>
          <p:cNvSpPr>
            <a:spLocks noGrp="1"/>
          </p:cNvSpPr>
          <p:nvPr/>
        </p:nvSpPr>
        <p:spPr>
          <a:xfrm>
            <a:off x="9686925" y="5419725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21,1%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00FE7B80-B0A2-4DAF-B0B0-1212796471D5}"/>
              </a:ext>
            </a:extLst>
          </p:cNvPr>
          <p:cNvSpPr>
            <a:spLocks noGrp="1"/>
          </p:cNvSpPr>
          <p:nvPr/>
        </p:nvSpPr>
        <p:spPr>
          <a:xfrm>
            <a:off x="10220325" y="5419725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A0E7D29-17A4-4013-80DD-4E79CD69756C}"/>
              </a:ext>
            </a:extLst>
          </p:cNvPr>
          <p:cNvSpPr>
            <a:spLocks noGrp="1"/>
          </p:cNvSpPr>
          <p:nvPr/>
        </p:nvSpPr>
        <p:spPr>
          <a:xfrm>
            <a:off x="419100" y="6076950"/>
            <a:ext cx="857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O corte de PL Dez/25 &gt;= R$100 mi permanece em todos os rankings percentuais.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9579392-8320-487F-8624-CA63DF71C62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036320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F59095F4-680B-467D-A6A2-4B855285750B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942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00F69CA4-97A2-4458-A003-7AD31A773B55}"/>
              </a:ext>
            </a:extLst>
          </p:cNvPr>
          <p:cNvSpPr>
            <a:spLocks noGrp="1"/>
          </p:cNvSpPr>
          <p:nvPr/>
        </p:nvSpPr>
        <p:spPr>
          <a:xfrm>
            <a:off x="10810875" y="64865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9700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ctangle 215">
            <a:extLst>
              <a:ext uri="{FF2B5EF4-FFF2-40B4-BE49-F238E27FC236}">
                <a16:creationId xmlns:a16="http://schemas.microsoft.com/office/drawing/2014/main" id="{3196EF05-5684-48D9-898C-182916016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DDCEF-BAE9-4470-81ED-D2A2EFCC56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83EAF-FBA6-4A97-8A14-A5A7723085FB}"/>
              </a:ext>
            </a:extLst>
          </p:cNvPr>
          <p:cNvSpPr>
            <a:spLocks noGrp="1"/>
          </p:cNvSpPr>
          <p:nvPr/>
        </p:nvSpPr>
        <p:spPr>
          <a:xfrm>
            <a:off x="0" y="819150"/>
            <a:ext cx="12192000" cy="76200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0A170-EBAA-4ABC-B7AA-6476835C9295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2 | Lucro líquido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7807B-49AE-4DD1-B0AE-A54BCA0DF963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ΔLL agregado cai R$ 6,6bi; Stone, BTG e Itaú são os maiores offsets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3484EE-0DE9-45EC-ADE6-A7096264640B}"/>
              </a:ext>
            </a:extLst>
          </p:cNvPr>
          <p:cNvSpPr>
            <a:spLocks noGrp="1"/>
          </p:cNvSpPr>
          <p:nvPr/>
        </p:nvSpPr>
        <p:spPr>
          <a:xfrm>
            <a:off x="8286750" y="190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Mar/25 vs Mar/26 | ordenado por ΔLL bruto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5ABAD9-C9D3-4CB5-B434-70BCBD1D3CFD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LL Mar/25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CF33D-90BE-44A3-94F6-FBD6908E3E46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R$ 56,4bi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37A547-5E79-4E71-B134-BE51B6E4BE25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soma do universo filtrado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6397E-5AD0-4C56-B816-6D27540DF89D}"/>
              </a:ext>
            </a:extLst>
          </p:cNvPr>
          <p:cNvSpPr>
            <a:spLocks noGrp="1"/>
          </p:cNvSpPr>
          <p:nvPr/>
        </p:nvSpPr>
        <p:spPr>
          <a:xfrm>
            <a:off x="247650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LL Mar/26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C904F5-105A-47E8-9639-FDAD7B2F89EA}"/>
              </a:ext>
            </a:extLst>
          </p:cNvPr>
          <p:cNvSpPr>
            <a:spLocks noGrp="1"/>
          </p:cNvSpPr>
          <p:nvPr/>
        </p:nvSpPr>
        <p:spPr>
          <a:xfrm>
            <a:off x="247650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R$ 49,5bi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68E43-0391-462A-B931-59A5E2C261BB}"/>
              </a:ext>
            </a:extLst>
          </p:cNvPr>
          <p:cNvSpPr>
            <a:spLocks noGrp="1"/>
          </p:cNvSpPr>
          <p:nvPr/>
        </p:nvSpPr>
        <p:spPr>
          <a:xfrm>
            <a:off x="247650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soma do universo filtrado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218BC6-01A0-457B-8848-00C9FAB1B94D}"/>
              </a:ext>
            </a:extLst>
          </p:cNvPr>
          <p:cNvSpPr>
            <a:spLocks noGrp="1"/>
          </p:cNvSpPr>
          <p:nvPr/>
        </p:nvSpPr>
        <p:spPr>
          <a:xfrm>
            <a:off x="453390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ΔLL total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A829F0-73DB-4332-AF2F-783FF488E41D}"/>
              </a:ext>
            </a:extLst>
          </p:cNvPr>
          <p:cNvSpPr>
            <a:spLocks noGrp="1"/>
          </p:cNvSpPr>
          <p:nvPr/>
        </p:nvSpPr>
        <p:spPr>
          <a:xfrm>
            <a:off x="453390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R$ -6,6 bi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0F57E-4F7B-4A72-9208-8A906B769FB0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Mar/25 para Mar/26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C53D7-C125-464C-A368-655A9631E302}"/>
              </a:ext>
            </a:extLst>
          </p:cNvPr>
          <p:cNvSpPr>
            <a:spLocks noGrp="1"/>
          </p:cNvSpPr>
          <p:nvPr/>
        </p:nvSpPr>
        <p:spPr>
          <a:xfrm>
            <a:off x="6591300" y="1123950"/>
            <a:ext cx="16192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2D9102-F352-4988-AC88-7ED2CEC962A8}"/>
              </a:ext>
            </a:extLst>
          </p:cNvPr>
          <p:cNvSpPr>
            <a:spLocks noGrp="1"/>
          </p:cNvSpPr>
          <p:nvPr/>
        </p:nvSpPr>
        <p:spPr>
          <a:xfrm>
            <a:off x="6591300" y="1285875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117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7D40C4-6524-431A-8CE4-F9690C24DAB0}"/>
              </a:ext>
            </a:extLst>
          </p:cNvPr>
          <p:cNvSpPr>
            <a:spLocks noGrp="1"/>
          </p:cNvSpPr>
          <p:nvPr/>
        </p:nvSpPr>
        <p:spPr>
          <a:xfrm>
            <a:off x="6591300" y="1524000"/>
            <a:ext cx="1619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IFs com LL nos dois períodos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08F00E-A3BF-4D6D-AEFF-A91873A261CD}"/>
              </a:ext>
            </a:extLst>
          </p:cNvPr>
          <p:cNvSpPr>
            <a:spLocks noGrp="1"/>
          </p:cNvSpPr>
          <p:nvPr/>
        </p:nvSpPr>
        <p:spPr>
          <a:xfrm>
            <a:off x="419100" y="20955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melhoras por volume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C2D254-2E65-48A8-8976-C3BB431E34F7}"/>
              </a:ext>
            </a:extLst>
          </p:cNvPr>
          <p:cNvSpPr>
            <a:spLocks noGrp="1"/>
          </p:cNvSpPr>
          <p:nvPr/>
        </p:nvSpPr>
        <p:spPr>
          <a:xfrm>
            <a:off x="419100" y="2314575"/>
            <a:ext cx="48577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57C776-5F7D-450A-93FB-C2C8CB7FCEFD}"/>
              </a:ext>
            </a:extLst>
          </p:cNvPr>
          <p:cNvSpPr>
            <a:spLocks noGrp="1"/>
          </p:cNvSpPr>
          <p:nvPr/>
        </p:nvSpPr>
        <p:spPr>
          <a:xfrm>
            <a:off x="419100" y="2476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STONE IP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6B80B7-3D71-462C-8D64-21C9F156DBE8}"/>
              </a:ext>
            </a:extLst>
          </p:cNvPr>
          <p:cNvSpPr>
            <a:spLocks noGrp="1"/>
          </p:cNvSpPr>
          <p:nvPr/>
        </p:nvSpPr>
        <p:spPr>
          <a:xfrm>
            <a:off x="2133600" y="2514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2F6A4A-2FDB-4932-9CD0-09EBC42BF313}"/>
              </a:ext>
            </a:extLst>
          </p:cNvPr>
          <p:cNvSpPr>
            <a:spLocks noGrp="1"/>
          </p:cNvSpPr>
          <p:nvPr/>
        </p:nvSpPr>
        <p:spPr>
          <a:xfrm>
            <a:off x="2133600" y="2514600"/>
            <a:ext cx="2181225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FB98EE-F5B4-467F-954D-CCFF1426B208}"/>
              </a:ext>
            </a:extLst>
          </p:cNvPr>
          <p:cNvSpPr>
            <a:spLocks noGrp="1"/>
          </p:cNvSpPr>
          <p:nvPr/>
        </p:nvSpPr>
        <p:spPr>
          <a:xfrm>
            <a:off x="4400550" y="2466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6315DE-FF5E-4EB9-9EA5-87C1E804B413}"/>
              </a:ext>
            </a:extLst>
          </p:cNvPr>
          <p:cNvSpPr>
            <a:spLocks noGrp="1"/>
          </p:cNvSpPr>
          <p:nvPr/>
        </p:nvSpPr>
        <p:spPr>
          <a:xfrm>
            <a:off x="419100" y="2705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BTG PACTUAL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76DC62-2B1E-4ABB-AC59-A5ADAA52A9A3}"/>
              </a:ext>
            </a:extLst>
          </p:cNvPr>
          <p:cNvSpPr>
            <a:spLocks noGrp="1"/>
          </p:cNvSpPr>
          <p:nvPr/>
        </p:nvSpPr>
        <p:spPr>
          <a:xfrm>
            <a:off x="2133600" y="2743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D311CC-6B07-44CE-8F87-D021E3825B4C}"/>
              </a:ext>
            </a:extLst>
          </p:cNvPr>
          <p:cNvSpPr>
            <a:spLocks noGrp="1"/>
          </p:cNvSpPr>
          <p:nvPr/>
        </p:nvSpPr>
        <p:spPr>
          <a:xfrm>
            <a:off x="2133600" y="2743200"/>
            <a:ext cx="1523181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5E7EC6-810E-4782-8E10-41D9F6690D2A}"/>
              </a:ext>
            </a:extLst>
          </p:cNvPr>
          <p:cNvSpPr>
            <a:spLocks noGrp="1"/>
          </p:cNvSpPr>
          <p:nvPr/>
        </p:nvSpPr>
        <p:spPr>
          <a:xfrm>
            <a:off x="4400550" y="2695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AA575E-85A8-4D3A-BBBF-9D1006917D57}"/>
              </a:ext>
            </a:extLst>
          </p:cNvPr>
          <p:cNvSpPr>
            <a:spLocks noGrp="1"/>
          </p:cNvSpPr>
          <p:nvPr/>
        </p:nvSpPr>
        <p:spPr>
          <a:xfrm>
            <a:off x="419100" y="2933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ITAU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01A950-A6E4-40CF-8E1F-EF9EA2500845}"/>
              </a:ext>
            </a:extLst>
          </p:cNvPr>
          <p:cNvSpPr>
            <a:spLocks noGrp="1"/>
          </p:cNvSpPr>
          <p:nvPr/>
        </p:nvSpPr>
        <p:spPr>
          <a:xfrm>
            <a:off x="2133600" y="2971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46A0B7-E850-4F4C-8833-5CE520CA0127}"/>
              </a:ext>
            </a:extLst>
          </p:cNvPr>
          <p:cNvSpPr>
            <a:spLocks noGrp="1"/>
          </p:cNvSpPr>
          <p:nvPr/>
        </p:nvSpPr>
        <p:spPr>
          <a:xfrm>
            <a:off x="2133600" y="2971800"/>
            <a:ext cx="1138898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5A11170-E698-4935-A4B5-90DB97148AC9}"/>
              </a:ext>
            </a:extLst>
          </p:cNvPr>
          <p:cNvSpPr>
            <a:spLocks noGrp="1"/>
          </p:cNvSpPr>
          <p:nvPr/>
        </p:nvSpPr>
        <p:spPr>
          <a:xfrm>
            <a:off x="4400550" y="2924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R$ 1,0bi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262296-A87E-4289-90F8-31E3347346B9}"/>
              </a:ext>
            </a:extLst>
          </p:cNvPr>
          <p:cNvSpPr>
            <a:spLocks noGrp="1"/>
          </p:cNvSpPr>
          <p:nvPr/>
        </p:nvSpPr>
        <p:spPr>
          <a:xfrm>
            <a:off x="419100" y="31623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STELLANTIS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E1C906-E804-46EB-B56F-741B2267BCD0}"/>
              </a:ext>
            </a:extLst>
          </p:cNvPr>
          <p:cNvSpPr>
            <a:spLocks noGrp="1"/>
          </p:cNvSpPr>
          <p:nvPr/>
        </p:nvSpPr>
        <p:spPr>
          <a:xfrm>
            <a:off x="2133600" y="32004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75990D-8B8C-4495-BE9C-D56528BD566B}"/>
              </a:ext>
            </a:extLst>
          </p:cNvPr>
          <p:cNvSpPr>
            <a:spLocks noGrp="1"/>
          </p:cNvSpPr>
          <p:nvPr/>
        </p:nvSpPr>
        <p:spPr>
          <a:xfrm>
            <a:off x="2133600" y="3200400"/>
            <a:ext cx="193163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2E5237-4E38-4DBB-B3F9-E7B81DE9265E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R$ 172,5mi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ECFEE8-7E9F-4E86-8A15-203186CBC484}"/>
              </a:ext>
            </a:extLst>
          </p:cNvPr>
          <p:cNvSpPr>
            <a:spLocks noGrp="1"/>
          </p:cNvSpPr>
          <p:nvPr/>
        </p:nvSpPr>
        <p:spPr>
          <a:xfrm>
            <a:off x="419100" y="33909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BCO DO NORDESTE DO BRASI...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4A070CB-6397-4704-A238-77FC5A19B6A9}"/>
              </a:ext>
            </a:extLst>
          </p:cNvPr>
          <p:cNvSpPr>
            <a:spLocks noGrp="1"/>
          </p:cNvSpPr>
          <p:nvPr/>
        </p:nvSpPr>
        <p:spPr>
          <a:xfrm>
            <a:off x="2133600" y="34290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C34D4-35E0-4B03-ABD6-DE51BB743E3E}"/>
              </a:ext>
            </a:extLst>
          </p:cNvPr>
          <p:cNvSpPr>
            <a:spLocks noGrp="1"/>
          </p:cNvSpPr>
          <p:nvPr/>
        </p:nvSpPr>
        <p:spPr>
          <a:xfrm>
            <a:off x="2133600" y="3429000"/>
            <a:ext cx="160051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14DFBC-4C28-42D8-AF1E-3803C1588530}"/>
              </a:ext>
            </a:extLst>
          </p:cNvPr>
          <p:cNvSpPr>
            <a:spLocks noGrp="1"/>
          </p:cNvSpPr>
          <p:nvPr/>
        </p:nvSpPr>
        <p:spPr>
          <a:xfrm>
            <a:off x="4400550" y="33813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R$ 143,0mi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545CD82-E554-4404-8143-2330815B1E4B}"/>
              </a:ext>
            </a:extLst>
          </p:cNvPr>
          <p:cNvSpPr>
            <a:spLocks noGrp="1"/>
          </p:cNvSpPr>
          <p:nvPr/>
        </p:nvSpPr>
        <p:spPr>
          <a:xfrm>
            <a:off x="419100" y="3619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SANTANDER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BCE507-9389-47DA-AEC4-5C3A5CFECC6F}"/>
              </a:ext>
            </a:extLst>
          </p:cNvPr>
          <p:cNvSpPr>
            <a:spLocks noGrp="1"/>
          </p:cNvSpPr>
          <p:nvPr/>
        </p:nvSpPr>
        <p:spPr>
          <a:xfrm>
            <a:off x="2133600" y="3657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B2544B-3032-492D-8F92-22376F5071F6}"/>
              </a:ext>
            </a:extLst>
          </p:cNvPr>
          <p:cNvSpPr>
            <a:spLocks noGrp="1"/>
          </p:cNvSpPr>
          <p:nvPr/>
        </p:nvSpPr>
        <p:spPr>
          <a:xfrm>
            <a:off x="2133600" y="3657600"/>
            <a:ext cx="136837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40F21A3-FCAB-4CF0-B7DE-3D50D824EAEB}"/>
              </a:ext>
            </a:extLst>
          </p:cNvPr>
          <p:cNvSpPr>
            <a:spLocks noGrp="1"/>
          </p:cNvSpPr>
          <p:nvPr/>
        </p:nvSpPr>
        <p:spPr>
          <a:xfrm>
            <a:off x="4400550" y="3609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R$ 122,2mi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018D5EB-6514-435D-A76E-D8BA76A4DB61}"/>
              </a:ext>
            </a:extLst>
          </p:cNvPr>
          <p:cNvSpPr>
            <a:spLocks noGrp="1"/>
          </p:cNvSpPr>
          <p:nvPr/>
        </p:nvSpPr>
        <p:spPr>
          <a:xfrm>
            <a:off x="419100" y="3848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INTER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2F5BA3-4274-46F3-8BBC-51367682F772}"/>
              </a:ext>
            </a:extLst>
          </p:cNvPr>
          <p:cNvSpPr>
            <a:spLocks noGrp="1"/>
          </p:cNvSpPr>
          <p:nvPr/>
        </p:nvSpPr>
        <p:spPr>
          <a:xfrm>
            <a:off x="2133600" y="3886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6C7F32-E355-4E74-B70F-E7CDD5FED74C}"/>
              </a:ext>
            </a:extLst>
          </p:cNvPr>
          <p:cNvSpPr>
            <a:spLocks noGrp="1"/>
          </p:cNvSpPr>
          <p:nvPr/>
        </p:nvSpPr>
        <p:spPr>
          <a:xfrm>
            <a:off x="2133600" y="3886200"/>
            <a:ext cx="134430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7555282-CB5E-44F0-B27C-43B93F27503D}"/>
              </a:ext>
            </a:extLst>
          </p:cNvPr>
          <p:cNvSpPr>
            <a:spLocks noGrp="1"/>
          </p:cNvSpPr>
          <p:nvPr/>
        </p:nvSpPr>
        <p:spPr>
          <a:xfrm>
            <a:off x="4400550" y="3838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R$ 120,1mi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F67241-4443-43F5-90E7-F47BA4259BEE}"/>
              </a:ext>
            </a:extLst>
          </p:cNvPr>
          <p:cNvSpPr>
            <a:spLocks noGrp="1"/>
          </p:cNvSpPr>
          <p:nvPr/>
        </p:nvSpPr>
        <p:spPr>
          <a:xfrm>
            <a:off x="419100" y="4076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GM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18E3E5-CC74-42CF-B13C-E636D06B7862}"/>
              </a:ext>
            </a:extLst>
          </p:cNvPr>
          <p:cNvSpPr>
            <a:spLocks noGrp="1"/>
          </p:cNvSpPr>
          <p:nvPr/>
        </p:nvSpPr>
        <p:spPr>
          <a:xfrm>
            <a:off x="2133600" y="4114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28DC30-2C2F-49CE-892A-8B04CC56EC19}"/>
              </a:ext>
            </a:extLst>
          </p:cNvPr>
          <p:cNvSpPr>
            <a:spLocks noGrp="1"/>
          </p:cNvSpPr>
          <p:nvPr/>
        </p:nvSpPr>
        <p:spPr>
          <a:xfrm>
            <a:off x="2133600" y="4114800"/>
            <a:ext cx="127905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42A5357-4008-4DF1-BB15-6B870C9432C1}"/>
              </a:ext>
            </a:extLst>
          </p:cNvPr>
          <p:cNvSpPr>
            <a:spLocks noGrp="1"/>
          </p:cNvSpPr>
          <p:nvPr/>
        </p:nvSpPr>
        <p:spPr>
          <a:xfrm>
            <a:off x="4400550" y="4067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R$ 114,2mi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580FA3-E83B-412C-9981-9FAABF83C3CA}"/>
              </a:ext>
            </a:extLst>
          </p:cNvPr>
          <p:cNvSpPr>
            <a:spLocks noGrp="1"/>
          </p:cNvSpPr>
          <p:nvPr/>
        </p:nvSpPr>
        <p:spPr>
          <a:xfrm>
            <a:off x="419100" y="4429125"/>
            <a:ext cx="4476750" cy="238125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C2C866-D6B2-4EB4-A43D-7E9088797E9D}"/>
              </a:ext>
            </a:extLst>
          </p:cNvPr>
          <p:cNvSpPr>
            <a:spLocks noGrp="1"/>
          </p:cNvSpPr>
          <p:nvPr/>
        </p:nvSpPr>
        <p:spPr>
          <a:xfrm>
            <a:off x="466725" y="449580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A9A1619-5976-42F5-9AB5-9DFF10BEBB47}"/>
              </a:ext>
            </a:extLst>
          </p:cNvPr>
          <p:cNvSpPr>
            <a:spLocks noGrp="1"/>
          </p:cNvSpPr>
          <p:nvPr/>
        </p:nvSpPr>
        <p:spPr>
          <a:xfrm>
            <a:off x="189547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84118-BE10-4E88-8DDD-058A493F77DF}"/>
              </a:ext>
            </a:extLst>
          </p:cNvPr>
          <p:cNvSpPr>
            <a:spLocks noGrp="1"/>
          </p:cNvSpPr>
          <p:nvPr/>
        </p:nvSpPr>
        <p:spPr>
          <a:xfrm>
            <a:off x="256222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F2B73A-D19C-4E5D-A87D-D899357C649E}"/>
              </a:ext>
            </a:extLst>
          </p:cNvPr>
          <p:cNvSpPr>
            <a:spLocks noGrp="1"/>
          </p:cNvSpPr>
          <p:nvPr/>
        </p:nvSpPr>
        <p:spPr>
          <a:xfrm>
            <a:off x="3228975" y="449580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9F6A8C-A40C-40FD-BA23-57021B99BD9F}"/>
              </a:ext>
            </a:extLst>
          </p:cNvPr>
          <p:cNvSpPr>
            <a:spLocks noGrp="1"/>
          </p:cNvSpPr>
          <p:nvPr/>
        </p:nvSpPr>
        <p:spPr>
          <a:xfrm>
            <a:off x="3914775" y="4495800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80524E4-DDCE-4DF2-A477-335F1D661403}"/>
              </a:ext>
            </a:extLst>
          </p:cNvPr>
          <p:cNvSpPr>
            <a:spLocks noGrp="1"/>
          </p:cNvSpPr>
          <p:nvPr/>
        </p:nvSpPr>
        <p:spPr>
          <a:xfrm>
            <a:off x="4391025" y="449580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843DC8-A3E7-4461-A281-83E8CC8BE59C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279F46A-6635-4CD8-91E8-346229471CAC}"/>
              </a:ext>
            </a:extLst>
          </p:cNvPr>
          <p:cNvSpPr>
            <a:spLocks noGrp="1"/>
          </p:cNvSpPr>
          <p:nvPr/>
        </p:nvSpPr>
        <p:spPr>
          <a:xfrm>
            <a:off x="466725" y="47244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STONE IP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32A756-C497-43C5-9591-EDB790CB2166}"/>
              </a:ext>
            </a:extLst>
          </p:cNvPr>
          <p:cNvSpPr>
            <a:spLocks noGrp="1"/>
          </p:cNvSpPr>
          <p:nvPr/>
        </p:nvSpPr>
        <p:spPr>
          <a:xfrm>
            <a:off x="189547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R$ 236,0mi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032C2BD-6990-45D2-A26C-DAB89933ECE9}"/>
              </a:ext>
            </a:extLst>
          </p:cNvPr>
          <p:cNvSpPr>
            <a:spLocks noGrp="1"/>
          </p:cNvSpPr>
          <p:nvPr/>
        </p:nvSpPr>
        <p:spPr>
          <a:xfrm>
            <a:off x="256222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F2EFA86-7965-4402-8AF9-90A70E847F96}"/>
              </a:ext>
            </a:extLst>
          </p:cNvPr>
          <p:cNvSpPr>
            <a:spLocks noGrp="1"/>
          </p:cNvSpPr>
          <p:nvPr/>
        </p:nvSpPr>
        <p:spPr>
          <a:xfrm>
            <a:off x="3228975" y="47244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0B21D61-076E-47BF-AFDC-A7E82583011C}"/>
              </a:ext>
            </a:extLst>
          </p:cNvPr>
          <p:cNvSpPr>
            <a:spLocks noGrp="1"/>
          </p:cNvSpPr>
          <p:nvPr/>
        </p:nvSpPr>
        <p:spPr>
          <a:xfrm>
            <a:off x="3914775" y="472440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825,6%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96F582-D03E-4975-85A1-130E538B0175}"/>
              </a:ext>
            </a:extLst>
          </p:cNvPr>
          <p:cNvSpPr>
            <a:spLocks noGrp="1"/>
          </p:cNvSpPr>
          <p:nvPr/>
        </p:nvSpPr>
        <p:spPr>
          <a:xfrm>
            <a:off x="4391025" y="472440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26,1%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E5CD97C-7615-44AF-9272-C7CAAC5D19E1}"/>
              </a:ext>
            </a:extLst>
          </p:cNvPr>
          <p:cNvSpPr>
            <a:spLocks noGrp="1"/>
          </p:cNvSpPr>
          <p:nvPr/>
        </p:nvSpPr>
        <p:spPr>
          <a:xfrm>
            <a:off x="419100" y="48672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792F151-EC7E-45F6-B625-8D0422F050EA}"/>
              </a:ext>
            </a:extLst>
          </p:cNvPr>
          <p:cNvSpPr>
            <a:spLocks noGrp="1"/>
          </p:cNvSpPr>
          <p:nvPr/>
        </p:nvSpPr>
        <p:spPr>
          <a:xfrm>
            <a:off x="466725" y="49244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D328389-C03A-41AF-9AF7-6DB8404AD526}"/>
              </a:ext>
            </a:extLst>
          </p:cNvPr>
          <p:cNvSpPr>
            <a:spLocks noGrp="1"/>
          </p:cNvSpPr>
          <p:nvPr/>
        </p:nvSpPr>
        <p:spPr>
          <a:xfrm>
            <a:off x="189547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878D2AF-6160-499C-AA13-829E42E56DCA}"/>
              </a:ext>
            </a:extLst>
          </p:cNvPr>
          <p:cNvSpPr>
            <a:spLocks noGrp="1"/>
          </p:cNvSpPr>
          <p:nvPr/>
        </p:nvSpPr>
        <p:spPr>
          <a:xfrm>
            <a:off x="256222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R$ 4,6bi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FFB4FC-BAC5-4633-8E8C-FBCCDCAA60B8}"/>
              </a:ext>
            </a:extLst>
          </p:cNvPr>
          <p:cNvSpPr>
            <a:spLocks noGrp="1"/>
          </p:cNvSpPr>
          <p:nvPr/>
        </p:nvSpPr>
        <p:spPr>
          <a:xfrm>
            <a:off x="3228975" y="49244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D4A227-D3CB-4763-BD3A-593CAC881D57}"/>
              </a:ext>
            </a:extLst>
          </p:cNvPr>
          <p:cNvSpPr>
            <a:spLocks noGrp="1"/>
          </p:cNvSpPr>
          <p:nvPr/>
        </p:nvSpPr>
        <p:spPr>
          <a:xfrm>
            <a:off x="3914775" y="492442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42,4%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EFD03F3-54F1-48E5-BEAB-C25B92143D32}"/>
              </a:ext>
            </a:extLst>
          </p:cNvPr>
          <p:cNvSpPr>
            <a:spLocks noGrp="1"/>
          </p:cNvSpPr>
          <p:nvPr/>
        </p:nvSpPr>
        <p:spPr>
          <a:xfrm>
            <a:off x="4391025" y="492442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6,9%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719C8D8-BA24-4168-B3F8-34383BD1BA98}"/>
              </a:ext>
            </a:extLst>
          </p:cNvPr>
          <p:cNvSpPr>
            <a:spLocks noGrp="1"/>
          </p:cNvSpPr>
          <p:nvPr/>
        </p:nvSpPr>
        <p:spPr>
          <a:xfrm>
            <a:off x="419100" y="50673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D40D229-3284-4882-8EF0-725CCC8E5E9A}"/>
              </a:ext>
            </a:extLst>
          </p:cNvPr>
          <p:cNvSpPr>
            <a:spLocks noGrp="1"/>
          </p:cNvSpPr>
          <p:nvPr/>
        </p:nvSpPr>
        <p:spPr>
          <a:xfrm>
            <a:off x="466725" y="51244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2E440A2-8C27-4C55-B50F-C406CF8397F4}"/>
              </a:ext>
            </a:extLst>
          </p:cNvPr>
          <p:cNvSpPr>
            <a:spLocks noGrp="1"/>
          </p:cNvSpPr>
          <p:nvPr/>
        </p:nvSpPr>
        <p:spPr>
          <a:xfrm>
            <a:off x="189547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R$ 11,1bi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0F66DC7-58AA-411E-BE1D-A74E1033C463}"/>
              </a:ext>
            </a:extLst>
          </p:cNvPr>
          <p:cNvSpPr>
            <a:spLocks noGrp="1"/>
          </p:cNvSpPr>
          <p:nvPr/>
        </p:nvSpPr>
        <p:spPr>
          <a:xfrm>
            <a:off x="256222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R$ 12,2bi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96DD7B1-C999-47DA-85F9-52E2BF75B75C}"/>
              </a:ext>
            </a:extLst>
          </p:cNvPr>
          <p:cNvSpPr>
            <a:spLocks noGrp="1"/>
          </p:cNvSpPr>
          <p:nvPr/>
        </p:nvSpPr>
        <p:spPr>
          <a:xfrm>
            <a:off x="3228975" y="51244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R$ 1,0bi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B49D112-EA57-442E-9AED-47CF5A17D7AD}"/>
              </a:ext>
            </a:extLst>
          </p:cNvPr>
          <p:cNvSpPr>
            <a:spLocks noGrp="1"/>
          </p:cNvSpPr>
          <p:nvPr/>
        </p:nvSpPr>
        <p:spPr>
          <a:xfrm>
            <a:off x="3914775" y="5124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9,1%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649A62D-DA10-45C7-9E38-231F072E4DFA}"/>
              </a:ext>
            </a:extLst>
          </p:cNvPr>
          <p:cNvSpPr>
            <a:spLocks noGrp="1"/>
          </p:cNvSpPr>
          <p:nvPr/>
        </p:nvSpPr>
        <p:spPr>
          <a:xfrm>
            <a:off x="4391025" y="512445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6,0%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4C8804C-0135-4095-AE69-664CAEBBF395}"/>
              </a:ext>
            </a:extLst>
          </p:cNvPr>
          <p:cNvSpPr>
            <a:spLocks noGrp="1"/>
          </p:cNvSpPr>
          <p:nvPr/>
        </p:nvSpPr>
        <p:spPr>
          <a:xfrm>
            <a:off x="419100" y="52673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BDCDEDB-1FA0-4229-9668-5209EEFBEB43}"/>
              </a:ext>
            </a:extLst>
          </p:cNvPr>
          <p:cNvSpPr>
            <a:spLocks noGrp="1"/>
          </p:cNvSpPr>
          <p:nvPr/>
        </p:nvSpPr>
        <p:spPr>
          <a:xfrm>
            <a:off x="466725" y="53244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STELLANTIS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781EA19-005F-4F8E-B662-9C506D07F3BD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R$ 144,4mi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DBA31DD-A6ED-4A3F-8F35-FBAE207756F9}"/>
              </a:ext>
            </a:extLst>
          </p:cNvPr>
          <p:cNvSpPr>
            <a:spLocks noGrp="1"/>
          </p:cNvSpPr>
          <p:nvPr/>
        </p:nvSpPr>
        <p:spPr>
          <a:xfrm>
            <a:off x="256222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R$ 316,9mi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B7FE839-F267-4975-96A3-9B6BADCCB8D2}"/>
              </a:ext>
            </a:extLst>
          </p:cNvPr>
          <p:cNvSpPr>
            <a:spLocks noGrp="1"/>
          </p:cNvSpPr>
          <p:nvPr/>
        </p:nvSpPr>
        <p:spPr>
          <a:xfrm>
            <a:off x="3228975" y="53244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R$ 172,5mi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62D50C-EB68-4302-AA12-73AD2412E758}"/>
              </a:ext>
            </a:extLst>
          </p:cNvPr>
          <p:cNvSpPr>
            <a:spLocks noGrp="1"/>
          </p:cNvSpPr>
          <p:nvPr/>
        </p:nvSpPr>
        <p:spPr>
          <a:xfrm>
            <a:off x="3914775" y="532447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119,5%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A693664-222B-4238-ABC7-BE48F4DD30A2}"/>
              </a:ext>
            </a:extLst>
          </p:cNvPr>
          <p:cNvSpPr>
            <a:spLocks noGrp="1"/>
          </p:cNvSpPr>
          <p:nvPr/>
        </p:nvSpPr>
        <p:spPr>
          <a:xfrm>
            <a:off x="4391025" y="532447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4,2%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85C5564-109F-4702-95FC-9DE0F63A4576}"/>
              </a:ext>
            </a:extLst>
          </p:cNvPr>
          <p:cNvSpPr>
            <a:spLocks noGrp="1"/>
          </p:cNvSpPr>
          <p:nvPr/>
        </p:nvSpPr>
        <p:spPr>
          <a:xfrm>
            <a:off x="419100" y="54673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112FDB-A2EF-4BD0-8C1B-8C5A55A144B3}"/>
              </a:ext>
            </a:extLst>
          </p:cNvPr>
          <p:cNvSpPr>
            <a:spLocks noGrp="1"/>
          </p:cNvSpPr>
          <p:nvPr/>
        </p:nvSpPr>
        <p:spPr>
          <a:xfrm>
            <a:off x="466725" y="55245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DO NORDESTE DO BRASIL S.A.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EA429BF-BED2-473D-995F-C7A1B7CA2D30}"/>
              </a:ext>
            </a:extLst>
          </p:cNvPr>
          <p:cNvSpPr>
            <a:spLocks noGrp="1"/>
          </p:cNvSpPr>
          <p:nvPr/>
        </p:nvSpPr>
        <p:spPr>
          <a:xfrm>
            <a:off x="189547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R$ 357,6mi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0AF132B-ADEE-4FB0-AEE2-651E706962D7}"/>
              </a:ext>
            </a:extLst>
          </p:cNvPr>
          <p:cNvSpPr>
            <a:spLocks noGrp="1"/>
          </p:cNvSpPr>
          <p:nvPr/>
        </p:nvSpPr>
        <p:spPr>
          <a:xfrm>
            <a:off x="256222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R$ 500,6mi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F6C6082-5674-4549-A1D3-807D90887935}"/>
              </a:ext>
            </a:extLst>
          </p:cNvPr>
          <p:cNvSpPr>
            <a:spLocks noGrp="1"/>
          </p:cNvSpPr>
          <p:nvPr/>
        </p:nvSpPr>
        <p:spPr>
          <a:xfrm>
            <a:off x="3228975" y="55245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R$ 143,0mi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FB483E8-DBED-4E17-9A34-D90BEF03C5A7}"/>
              </a:ext>
            </a:extLst>
          </p:cNvPr>
          <p:cNvSpPr>
            <a:spLocks noGrp="1"/>
          </p:cNvSpPr>
          <p:nvPr/>
        </p:nvSpPr>
        <p:spPr>
          <a:xfrm>
            <a:off x="3914775" y="552450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40,0%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FFF649A-E5CD-4B9C-A1E1-2B705B146333}"/>
              </a:ext>
            </a:extLst>
          </p:cNvPr>
          <p:cNvSpPr>
            <a:spLocks noGrp="1"/>
          </p:cNvSpPr>
          <p:nvPr/>
        </p:nvSpPr>
        <p:spPr>
          <a:xfrm>
            <a:off x="4391025" y="552450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3,4%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9C7CC2-8A10-4731-888A-F6885BB9261B}"/>
              </a:ext>
            </a:extLst>
          </p:cNvPr>
          <p:cNvSpPr>
            <a:spLocks noGrp="1"/>
          </p:cNvSpPr>
          <p:nvPr/>
        </p:nvSpPr>
        <p:spPr>
          <a:xfrm>
            <a:off x="419100" y="56673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BC11D21-59D8-4CC9-99BB-13A23F950978}"/>
              </a:ext>
            </a:extLst>
          </p:cNvPr>
          <p:cNvSpPr>
            <a:spLocks noGrp="1"/>
          </p:cNvSpPr>
          <p:nvPr/>
        </p:nvSpPr>
        <p:spPr>
          <a:xfrm>
            <a:off x="466725" y="5724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SANTANDER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BE6BBA0C-387C-4F11-A24C-5060ACB84243}"/>
              </a:ext>
            </a:extLst>
          </p:cNvPr>
          <p:cNvSpPr>
            <a:spLocks noGrp="1"/>
          </p:cNvSpPr>
          <p:nvPr/>
        </p:nvSpPr>
        <p:spPr>
          <a:xfrm>
            <a:off x="189547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R$ 4,0bi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1116D920-644C-46B3-BCE4-B9C6B913C82F}"/>
              </a:ext>
            </a:extLst>
          </p:cNvPr>
          <p:cNvSpPr>
            <a:spLocks noGrp="1"/>
          </p:cNvSpPr>
          <p:nvPr/>
        </p:nvSpPr>
        <p:spPr>
          <a:xfrm>
            <a:off x="256222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R$ 4,1bi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2ECF056-EF01-4022-B3E1-106F78521CC6}"/>
              </a:ext>
            </a:extLst>
          </p:cNvPr>
          <p:cNvSpPr>
            <a:spLocks noGrp="1"/>
          </p:cNvSpPr>
          <p:nvPr/>
        </p:nvSpPr>
        <p:spPr>
          <a:xfrm>
            <a:off x="3228975" y="57245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R$ 122,2mi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C92063-7517-48FA-97E3-3261E4286334}"/>
              </a:ext>
            </a:extLst>
          </p:cNvPr>
          <p:cNvSpPr>
            <a:spLocks noGrp="1"/>
          </p:cNvSpPr>
          <p:nvPr/>
        </p:nvSpPr>
        <p:spPr>
          <a:xfrm>
            <a:off x="3914775" y="572452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3,1%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E0AD383-B269-4B78-8807-7CE224A28487}"/>
              </a:ext>
            </a:extLst>
          </p:cNvPr>
          <p:cNvSpPr>
            <a:spLocks noGrp="1"/>
          </p:cNvSpPr>
          <p:nvPr/>
        </p:nvSpPr>
        <p:spPr>
          <a:xfrm>
            <a:off x="4391025" y="572452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4,1%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4C33B3FC-25B3-4F73-B509-C90D720DA05F}"/>
              </a:ext>
            </a:extLst>
          </p:cNvPr>
          <p:cNvSpPr>
            <a:spLocks noGrp="1"/>
          </p:cNvSpPr>
          <p:nvPr/>
        </p:nvSpPr>
        <p:spPr>
          <a:xfrm>
            <a:off x="419100" y="58674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7AD00F-8CF6-4D6D-A7F6-3DED305EAF18}"/>
              </a:ext>
            </a:extLst>
          </p:cNvPr>
          <p:cNvSpPr>
            <a:spLocks noGrp="1"/>
          </p:cNvSpPr>
          <p:nvPr/>
        </p:nvSpPr>
        <p:spPr>
          <a:xfrm>
            <a:off x="466725" y="59245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F38A850-C8B8-41AD-8E15-50FC312859D9}"/>
              </a:ext>
            </a:extLst>
          </p:cNvPr>
          <p:cNvSpPr>
            <a:spLocks noGrp="1"/>
          </p:cNvSpPr>
          <p:nvPr/>
        </p:nvSpPr>
        <p:spPr>
          <a:xfrm>
            <a:off x="189547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R$ 217,7mi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981391F-F6FE-4792-BFAD-58837CCC373B}"/>
              </a:ext>
            </a:extLst>
          </p:cNvPr>
          <p:cNvSpPr>
            <a:spLocks noGrp="1"/>
          </p:cNvSpPr>
          <p:nvPr/>
        </p:nvSpPr>
        <p:spPr>
          <a:xfrm>
            <a:off x="256222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R$ 337,8mi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5C753CD-127A-4D33-B54B-44F1314B1847}"/>
              </a:ext>
            </a:extLst>
          </p:cNvPr>
          <p:cNvSpPr>
            <a:spLocks noGrp="1"/>
          </p:cNvSpPr>
          <p:nvPr/>
        </p:nvSpPr>
        <p:spPr>
          <a:xfrm>
            <a:off x="3228975" y="59245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R$ 120,1mi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02CE0A0-FF8D-4A86-8F1B-175FC55C39B6}"/>
              </a:ext>
            </a:extLst>
          </p:cNvPr>
          <p:cNvSpPr>
            <a:spLocks noGrp="1"/>
          </p:cNvSpPr>
          <p:nvPr/>
        </p:nvSpPr>
        <p:spPr>
          <a:xfrm>
            <a:off x="3914775" y="59245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55,2%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EA7E0D2-F5C2-48D9-BF7E-863080359DA3}"/>
              </a:ext>
            </a:extLst>
          </p:cNvPr>
          <p:cNvSpPr>
            <a:spLocks noGrp="1"/>
          </p:cNvSpPr>
          <p:nvPr/>
        </p:nvSpPr>
        <p:spPr>
          <a:xfrm>
            <a:off x="4391025" y="592455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5,0%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BE1CB3F-403C-470C-A4A4-D619B1E063C3}"/>
              </a:ext>
            </a:extLst>
          </p:cNvPr>
          <p:cNvSpPr>
            <a:spLocks noGrp="1"/>
          </p:cNvSpPr>
          <p:nvPr/>
        </p:nvSpPr>
        <p:spPr>
          <a:xfrm>
            <a:off x="419100" y="60674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D872B47-6317-4AA4-AF5A-00684E98F31B}"/>
              </a:ext>
            </a:extLst>
          </p:cNvPr>
          <p:cNvSpPr>
            <a:spLocks noGrp="1"/>
          </p:cNvSpPr>
          <p:nvPr/>
        </p:nvSpPr>
        <p:spPr>
          <a:xfrm>
            <a:off x="466725" y="61245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GM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245C80B-B00E-4283-AEA8-C56450477068}"/>
              </a:ext>
            </a:extLst>
          </p:cNvPr>
          <p:cNvSpPr>
            <a:spLocks noGrp="1"/>
          </p:cNvSpPr>
          <p:nvPr/>
        </p:nvSpPr>
        <p:spPr>
          <a:xfrm>
            <a:off x="189547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R$ 102,4mi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0384EB5-76AC-47F2-AB7F-49D9F589197A}"/>
              </a:ext>
            </a:extLst>
          </p:cNvPr>
          <p:cNvSpPr>
            <a:spLocks noGrp="1"/>
          </p:cNvSpPr>
          <p:nvPr/>
        </p:nvSpPr>
        <p:spPr>
          <a:xfrm>
            <a:off x="256222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R$ 216,6mi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06C54B73-5CB9-4748-960B-6FA1DDADE6FE}"/>
              </a:ext>
            </a:extLst>
          </p:cNvPr>
          <p:cNvSpPr>
            <a:spLocks noGrp="1"/>
          </p:cNvSpPr>
          <p:nvPr/>
        </p:nvSpPr>
        <p:spPr>
          <a:xfrm>
            <a:off x="3228975" y="61245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R$ 114,2mi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FB26D44-4296-4B06-AF28-76480787358A}"/>
              </a:ext>
            </a:extLst>
          </p:cNvPr>
          <p:cNvSpPr>
            <a:spLocks noGrp="1"/>
          </p:cNvSpPr>
          <p:nvPr/>
        </p:nvSpPr>
        <p:spPr>
          <a:xfrm>
            <a:off x="3914775" y="612457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111,6%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F4733C4-2532-453E-9AEC-17A433A184B1}"/>
              </a:ext>
            </a:extLst>
          </p:cNvPr>
          <p:cNvSpPr>
            <a:spLocks noGrp="1"/>
          </p:cNvSpPr>
          <p:nvPr/>
        </p:nvSpPr>
        <p:spPr>
          <a:xfrm>
            <a:off x="4391025" y="612457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8,9%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1B9691A-81C4-493C-9A89-334427FF2453}"/>
              </a:ext>
            </a:extLst>
          </p:cNvPr>
          <p:cNvSpPr>
            <a:spLocks noGrp="1"/>
          </p:cNvSpPr>
          <p:nvPr/>
        </p:nvSpPr>
        <p:spPr>
          <a:xfrm>
            <a:off x="5924550" y="20955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deteriorações por volume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D1EE03A-11ED-49CC-B463-1BFC8689EDC0}"/>
              </a:ext>
            </a:extLst>
          </p:cNvPr>
          <p:cNvSpPr>
            <a:spLocks noGrp="1"/>
          </p:cNvSpPr>
          <p:nvPr/>
        </p:nvSpPr>
        <p:spPr>
          <a:xfrm>
            <a:off x="5924550" y="2314575"/>
            <a:ext cx="48577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21461CA-2928-4763-9104-320976690AD9}"/>
              </a:ext>
            </a:extLst>
          </p:cNvPr>
          <p:cNvSpPr>
            <a:spLocks noGrp="1"/>
          </p:cNvSpPr>
          <p:nvPr/>
        </p:nvSpPr>
        <p:spPr>
          <a:xfrm>
            <a:off x="5924550" y="2476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BB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FCE5B84-F772-44E5-A69C-53958ADDE94E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C34D17E-B51A-4007-AB20-EFEBDF48DFAC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2181225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2179AD3-4F64-4E6B-B2DB-871F8015F963}"/>
              </a:ext>
            </a:extLst>
          </p:cNvPr>
          <p:cNvSpPr>
            <a:spLocks noGrp="1"/>
          </p:cNvSpPr>
          <p:nvPr/>
        </p:nvSpPr>
        <p:spPr>
          <a:xfrm>
            <a:off x="9906000" y="2466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-R$ 3,6bi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714343B-9153-4780-B635-625C702A32D2}"/>
              </a:ext>
            </a:extLst>
          </p:cNvPr>
          <p:cNvSpPr>
            <a:spLocks noGrp="1"/>
          </p:cNvSpPr>
          <p:nvPr/>
        </p:nvSpPr>
        <p:spPr>
          <a:xfrm>
            <a:off x="5924550" y="2705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CAIXA CEF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8E90821-FF49-4AC7-96BC-D27E7A9433B7}"/>
              </a:ext>
            </a:extLst>
          </p:cNvPr>
          <p:cNvSpPr>
            <a:spLocks noGrp="1"/>
          </p:cNvSpPr>
          <p:nvPr/>
        </p:nvSpPr>
        <p:spPr>
          <a:xfrm>
            <a:off x="7639050" y="2743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699D116-535B-4774-B3BB-559108DBA6AD}"/>
              </a:ext>
            </a:extLst>
          </p:cNvPr>
          <p:cNvSpPr>
            <a:spLocks noGrp="1"/>
          </p:cNvSpPr>
          <p:nvPr/>
        </p:nvSpPr>
        <p:spPr>
          <a:xfrm>
            <a:off x="7639050" y="2743200"/>
            <a:ext cx="1387001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CF38687-3816-4742-9BBA-52B0A64C1C71}"/>
              </a:ext>
            </a:extLst>
          </p:cNvPr>
          <p:cNvSpPr>
            <a:spLocks noGrp="1"/>
          </p:cNvSpPr>
          <p:nvPr/>
        </p:nvSpPr>
        <p:spPr>
          <a:xfrm>
            <a:off x="9906000" y="2695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-R$ 2,3bi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C98A0CF0-7860-4E14-9AF7-D2DC1E9AD722}"/>
              </a:ext>
            </a:extLst>
          </p:cNvPr>
          <p:cNvSpPr>
            <a:spLocks noGrp="1"/>
          </p:cNvSpPr>
          <p:nvPr/>
        </p:nvSpPr>
        <p:spPr>
          <a:xfrm>
            <a:off x="5924550" y="2933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BNDES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0142A01-C525-449C-9A83-423C45713523}"/>
              </a:ext>
            </a:extLst>
          </p:cNvPr>
          <p:cNvSpPr>
            <a:spLocks noGrp="1"/>
          </p:cNvSpPr>
          <p:nvPr/>
        </p:nvSpPr>
        <p:spPr>
          <a:xfrm>
            <a:off x="7639050" y="2971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C4045FD-7A82-454A-9DB0-AC8D617B6E49}"/>
              </a:ext>
            </a:extLst>
          </p:cNvPr>
          <p:cNvSpPr>
            <a:spLocks noGrp="1"/>
          </p:cNvSpPr>
          <p:nvPr/>
        </p:nvSpPr>
        <p:spPr>
          <a:xfrm>
            <a:off x="7639050" y="2971800"/>
            <a:ext cx="1315741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5ECFEE2-6D9D-4D22-89A0-0C59E2001B95}"/>
              </a:ext>
            </a:extLst>
          </p:cNvPr>
          <p:cNvSpPr>
            <a:spLocks noGrp="1"/>
          </p:cNvSpPr>
          <p:nvPr/>
        </p:nvSpPr>
        <p:spPr>
          <a:xfrm>
            <a:off x="9906000" y="2924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-R$ 2,2bi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634ACCEB-6570-420F-8009-D389F8FA5DEB}"/>
              </a:ext>
            </a:extLst>
          </p:cNvPr>
          <p:cNvSpPr>
            <a:spLocks noGrp="1"/>
          </p:cNvSpPr>
          <p:nvPr/>
        </p:nvSpPr>
        <p:spPr>
          <a:xfrm>
            <a:off x="5924550" y="31623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NU PAGAMENTOS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3448747-9722-475D-AF2E-C68AA3438A76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47AA041-7D2D-4421-A21D-5217425B0C4A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874301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879F459-E9C8-43C4-A86F-E266263446B1}"/>
              </a:ext>
            </a:extLst>
          </p:cNvPr>
          <p:cNvSpPr>
            <a:spLocks noGrp="1"/>
          </p:cNvSpPr>
          <p:nvPr/>
        </p:nvSpPr>
        <p:spPr>
          <a:xfrm>
            <a:off x="9906000" y="31527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-R$ 1,4bi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0B3517C-52EC-48C7-80FD-EC00B679B30B}"/>
              </a:ext>
            </a:extLst>
          </p:cNvPr>
          <p:cNvSpPr>
            <a:spLocks noGrp="1"/>
          </p:cNvSpPr>
          <p:nvPr/>
        </p:nvSpPr>
        <p:spPr>
          <a:xfrm>
            <a:off x="5924550" y="33909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BRADESCO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7FD3C517-27F1-45B6-95CD-FD8CAA1C5C37}"/>
              </a:ext>
            </a:extLst>
          </p:cNvPr>
          <p:cNvSpPr>
            <a:spLocks noGrp="1"/>
          </p:cNvSpPr>
          <p:nvPr/>
        </p:nvSpPr>
        <p:spPr>
          <a:xfrm>
            <a:off x="7639050" y="34290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B8F47CA-5C99-4068-A1F2-D0289D37501A}"/>
              </a:ext>
            </a:extLst>
          </p:cNvPr>
          <p:cNvSpPr>
            <a:spLocks noGrp="1"/>
          </p:cNvSpPr>
          <p:nvPr/>
        </p:nvSpPr>
        <p:spPr>
          <a:xfrm>
            <a:off x="7639050" y="3429000"/>
            <a:ext cx="473520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7D9A2C2-2F16-4198-A8C3-37CD93A53B64}"/>
              </a:ext>
            </a:extLst>
          </p:cNvPr>
          <p:cNvSpPr>
            <a:spLocks noGrp="1"/>
          </p:cNvSpPr>
          <p:nvPr/>
        </p:nvSpPr>
        <p:spPr>
          <a:xfrm>
            <a:off x="9906000" y="33813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-R$ 783,1mi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975D4BD5-2C06-4D32-86B0-72E034C11787}"/>
              </a:ext>
            </a:extLst>
          </p:cNvPr>
          <p:cNvSpPr>
            <a:spLocks noGrp="1"/>
          </p:cNvSpPr>
          <p:nvPr/>
        </p:nvSpPr>
        <p:spPr>
          <a:xfrm>
            <a:off x="5924550" y="3619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VOLKSWAGEN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E090E4-AEAB-43C2-9004-59BCEE7007D8}"/>
              </a:ext>
            </a:extLst>
          </p:cNvPr>
          <p:cNvSpPr>
            <a:spLocks noGrp="1"/>
          </p:cNvSpPr>
          <p:nvPr/>
        </p:nvSpPr>
        <p:spPr>
          <a:xfrm>
            <a:off x="7639050" y="3657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4005C0C-3E43-4DCE-A7E4-AC91956E1E57}"/>
              </a:ext>
            </a:extLst>
          </p:cNvPr>
          <p:cNvSpPr>
            <a:spLocks noGrp="1"/>
          </p:cNvSpPr>
          <p:nvPr/>
        </p:nvSpPr>
        <p:spPr>
          <a:xfrm>
            <a:off x="7639050" y="3657600"/>
            <a:ext cx="309009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FA93A0F-2034-4800-93BC-012D31AEAC9F}"/>
              </a:ext>
            </a:extLst>
          </p:cNvPr>
          <p:cNvSpPr>
            <a:spLocks noGrp="1"/>
          </p:cNvSpPr>
          <p:nvPr/>
        </p:nvSpPr>
        <p:spPr>
          <a:xfrm>
            <a:off x="9906000" y="3609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-R$ 511,1mi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06F471E-043D-4F75-B27B-1A6CA692DB14}"/>
              </a:ext>
            </a:extLst>
          </p:cNvPr>
          <p:cNvSpPr>
            <a:spLocks noGrp="1"/>
          </p:cNvSpPr>
          <p:nvPr/>
        </p:nvSpPr>
        <p:spPr>
          <a:xfrm>
            <a:off x="5924550" y="3848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XP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C036553-0234-42ED-AE6E-5DD943922F05}"/>
              </a:ext>
            </a:extLst>
          </p:cNvPr>
          <p:cNvSpPr>
            <a:spLocks noGrp="1"/>
          </p:cNvSpPr>
          <p:nvPr/>
        </p:nvSpPr>
        <p:spPr>
          <a:xfrm>
            <a:off x="7639050" y="3886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5808842-2B32-472E-AFBE-483F6A9A9E03}"/>
              </a:ext>
            </a:extLst>
          </p:cNvPr>
          <p:cNvSpPr>
            <a:spLocks noGrp="1"/>
          </p:cNvSpPr>
          <p:nvPr/>
        </p:nvSpPr>
        <p:spPr>
          <a:xfrm>
            <a:off x="7639050" y="3886200"/>
            <a:ext cx="175267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F91D95C-6814-47E2-BE69-D82452C449AD}"/>
              </a:ext>
            </a:extLst>
          </p:cNvPr>
          <p:cNvSpPr>
            <a:spLocks noGrp="1"/>
          </p:cNvSpPr>
          <p:nvPr/>
        </p:nvSpPr>
        <p:spPr>
          <a:xfrm>
            <a:off x="9906000" y="3838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-R$ 289,9mi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FFB2B31-051D-4C61-ABC3-D14181225505}"/>
              </a:ext>
            </a:extLst>
          </p:cNvPr>
          <p:cNvSpPr>
            <a:spLocks noGrp="1"/>
          </p:cNvSpPr>
          <p:nvPr/>
        </p:nvSpPr>
        <p:spPr>
          <a:xfrm>
            <a:off x="5924550" y="4076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AGIBANK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D9D5ECD-3985-460E-9BD8-E60690FD782D}"/>
              </a:ext>
            </a:extLst>
          </p:cNvPr>
          <p:cNvSpPr>
            <a:spLocks noGrp="1"/>
          </p:cNvSpPr>
          <p:nvPr/>
        </p:nvSpPr>
        <p:spPr>
          <a:xfrm>
            <a:off x="7639050" y="4114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009F671-9986-4636-9204-0871A5B4C0EE}"/>
              </a:ext>
            </a:extLst>
          </p:cNvPr>
          <p:cNvSpPr>
            <a:spLocks noGrp="1"/>
          </p:cNvSpPr>
          <p:nvPr/>
        </p:nvSpPr>
        <p:spPr>
          <a:xfrm>
            <a:off x="7639050" y="4114800"/>
            <a:ext cx="124980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E1BC171-5EC3-49FD-B2D2-75B22E8F2668}"/>
              </a:ext>
            </a:extLst>
          </p:cNvPr>
          <p:cNvSpPr>
            <a:spLocks noGrp="1"/>
          </p:cNvSpPr>
          <p:nvPr/>
        </p:nvSpPr>
        <p:spPr>
          <a:xfrm>
            <a:off x="9906000" y="4067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-R$ 206,7mi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6B9688B-2AE7-4048-A1E7-9BC496309CB0}"/>
              </a:ext>
            </a:extLst>
          </p:cNvPr>
          <p:cNvSpPr>
            <a:spLocks noGrp="1"/>
          </p:cNvSpPr>
          <p:nvPr/>
        </p:nvSpPr>
        <p:spPr>
          <a:xfrm>
            <a:off x="5924550" y="4429125"/>
            <a:ext cx="4476750" cy="238125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89BE59B5-C9C2-4B8A-B60F-2EF32D8F8972}"/>
              </a:ext>
            </a:extLst>
          </p:cNvPr>
          <p:cNvSpPr>
            <a:spLocks noGrp="1"/>
          </p:cNvSpPr>
          <p:nvPr/>
        </p:nvSpPr>
        <p:spPr>
          <a:xfrm>
            <a:off x="5972175" y="449580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74A3506-210C-4FE9-A779-A3FD1D3A3FCD}"/>
              </a:ext>
            </a:extLst>
          </p:cNvPr>
          <p:cNvSpPr>
            <a:spLocks noGrp="1"/>
          </p:cNvSpPr>
          <p:nvPr/>
        </p:nvSpPr>
        <p:spPr>
          <a:xfrm>
            <a:off x="740092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5DF8D85-65B3-4024-B64A-A6075A6CE29E}"/>
              </a:ext>
            </a:extLst>
          </p:cNvPr>
          <p:cNvSpPr>
            <a:spLocks noGrp="1"/>
          </p:cNvSpPr>
          <p:nvPr/>
        </p:nvSpPr>
        <p:spPr>
          <a:xfrm>
            <a:off x="806767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6FEC384-F0FC-4382-8DD8-AF3D0CE491AB}"/>
              </a:ext>
            </a:extLst>
          </p:cNvPr>
          <p:cNvSpPr>
            <a:spLocks noGrp="1"/>
          </p:cNvSpPr>
          <p:nvPr/>
        </p:nvSpPr>
        <p:spPr>
          <a:xfrm>
            <a:off x="8734425" y="449580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2F51428-786C-41CF-92DF-33347926A243}"/>
              </a:ext>
            </a:extLst>
          </p:cNvPr>
          <p:cNvSpPr>
            <a:spLocks noGrp="1"/>
          </p:cNvSpPr>
          <p:nvPr/>
        </p:nvSpPr>
        <p:spPr>
          <a:xfrm>
            <a:off x="9420225" y="4495800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FAD9923-058B-4C1B-9938-ABE9D5CC5081}"/>
              </a:ext>
            </a:extLst>
          </p:cNvPr>
          <p:cNvSpPr>
            <a:spLocks noGrp="1"/>
          </p:cNvSpPr>
          <p:nvPr/>
        </p:nvSpPr>
        <p:spPr>
          <a:xfrm>
            <a:off x="9896475" y="449580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F70E104-6AD9-4FED-B356-E36945EE25B7}"/>
              </a:ext>
            </a:extLst>
          </p:cNvPr>
          <p:cNvSpPr>
            <a:spLocks noGrp="1"/>
          </p:cNvSpPr>
          <p:nvPr/>
        </p:nvSpPr>
        <p:spPr>
          <a:xfrm>
            <a:off x="5924550" y="46672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EF3D47F-4432-4A44-800F-D8F555A2849A}"/>
              </a:ext>
            </a:extLst>
          </p:cNvPr>
          <p:cNvSpPr>
            <a:spLocks noGrp="1"/>
          </p:cNvSpPr>
          <p:nvPr/>
        </p:nvSpPr>
        <p:spPr>
          <a:xfrm>
            <a:off x="5972175" y="47244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CDE039F-9A4E-40BA-B782-E0DC5B45FF71}"/>
              </a:ext>
            </a:extLst>
          </p:cNvPr>
          <p:cNvSpPr>
            <a:spLocks noGrp="1"/>
          </p:cNvSpPr>
          <p:nvPr/>
        </p:nvSpPr>
        <p:spPr>
          <a:xfrm>
            <a:off x="740092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R$ 6,8bi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20FA1D1-0814-46DB-9717-9495E0126D40}"/>
              </a:ext>
            </a:extLst>
          </p:cNvPr>
          <p:cNvSpPr>
            <a:spLocks noGrp="1"/>
          </p:cNvSpPr>
          <p:nvPr/>
        </p:nvSpPr>
        <p:spPr>
          <a:xfrm>
            <a:off x="806767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1434A43-771B-4F32-B3B1-39573368B9F5}"/>
              </a:ext>
            </a:extLst>
          </p:cNvPr>
          <p:cNvSpPr>
            <a:spLocks noGrp="1"/>
          </p:cNvSpPr>
          <p:nvPr/>
        </p:nvSpPr>
        <p:spPr>
          <a:xfrm>
            <a:off x="8734425" y="47244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-R$ 3,6bi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EC77339F-F115-49AC-8BFF-61B0E06C1A79}"/>
              </a:ext>
            </a:extLst>
          </p:cNvPr>
          <p:cNvSpPr>
            <a:spLocks noGrp="1"/>
          </p:cNvSpPr>
          <p:nvPr/>
        </p:nvSpPr>
        <p:spPr>
          <a:xfrm>
            <a:off x="9420225" y="472440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-52,9%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804944D5-96B5-4EC6-839B-7689C624AE8B}"/>
              </a:ext>
            </a:extLst>
          </p:cNvPr>
          <p:cNvSpPr>
            <a:spLocks noGrp="1"/>
          </p:cNvSpPr>
          <p:nvPr/>
        </p:nvSpPr>
        <p:spPr>
          <a:xfrm>
            <a:off x="9896475" y="472440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1,8%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F40686E-4FCB-44E3-BB15-B54BA8AFEF70}"/>
              </a:ext>
            </a:extLst>
          </p:cNvPr>
          <p:cNvSpPr>
            <a:spLocks noGrp="1"/>
          </p:cNvSpPr>
          <p:nvPr/>
        </p:nvSpPr>
        <p:spPr>
          <a:xfrm>
            <a:off x="5924550" y="48672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1C36BA74-0BAE-4B7D-9169-CA99C26194C4}"/>
              </a:ext>
            </a:extLst>
          </p:cNvPr>
          <p:cNvSpPr>
            <a:spLocks noGrp="1"/>
          </p:cNvSpPr>
          <p:nvPr/>
        </p:nvSpPr>
        <p:spPr>
          <a:xfrm>
            <a:off x="5972175" y="49244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ECONÔMICA FEDERAL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28A1D109-D5CA-42BA-B006-165377DB7850}"/>
              </a:ext>
            </a:extLst>
          </p:cNvPr>
          <p:cNvSpPr>
            <a:spLocks noGrp="1"/>
          </p:cNvSpPr>
          <p:nvPr/>
        </p:nvSpPr>
        <p:spPr>
          <a:xfrm>
            <a:off x="740092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R$ 5,4bi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875A1C2-580C-4BD5-BF4C-7B1A9D544D23}"/>
              </a:ext>
            </a:extLst>
          </p:cNvPr>
          <p:cNvSpPr>
            <a:spLocks noGrp="1"/>
          </p:cNvSpPr>
          <p:nvPr/>
        </p:nvSpPr>
        <p:spPr>
          <a:xfrm>
            <a:off x="806767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46605EA-BB4F-4E4E-A2BF-9BD5CABFC373}"/>
              </a:ext>
            </a:extLst>
          </p:cNvPr>
          <p:cNvSpPr>
            <a:spLocks noGrp="1"/>
          </p:cNvSpPr>
          <p:nvPr/>
        </p:nvSpPr>
        <p:spPr>
          <a:xfrm>
            <a:off x="8734425" y="49244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-R$ 2,3bi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54B22DE-F0B1-475D-9ECF-08A96CBA8B72}"/>
              </a:ext>
            </a:extLst>
          </p:cNvPr>
          <p:cNvSpPr>
            <a:spLocks noGrp="1"/>
          </p:cNvSpPr>
          <p:nvPr/>
        </p:nvSpPr>
        <p:spPr>
          <a:xfrm>
            <a:off x="9420225" y="492442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-42,6%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8327E81-6614-4FD4-856E-44900F9EBE15}"/>
              </a:ext>
            </a:extLst>
          </p:cNvPr>
          <p:cNvSpPr>
            <a:spLocks noGrp="1"/>
          </p:cNvSpPr>
          <p:nvPr/>
        </p:nvSpPr>
        <p:spPr>
          <a:xfrm>
            <a:off x="9896475" y="492442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2,9%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7BB4B00-DACC-425F-B5AB-A33381879EEE}"/>
              </a:ext>
            </a:extLst>
          </p:cNvPr>
          <p:cNvSpPr>
            <a:spLocks noGrp="1"/>
          </p:cNvSpPr>
          <p:nvPr/>
        </p:nvSpPr>
        <p:spPr>
          <a:xfrm>
            <a:off x="5924550" y="50673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29E5303-FCAF-4C72-A995-3FD16325E20E}"/>
              </a:ext>
            </a:extLst>
          </p:cNvPr>
          <p:cNvSpPr>
            <a:spLocks noGrp="1"/>
          </p:cNvSpPr>
          <p:nvPr/>
        </p:nvSpPr>
        <p:spPr>
          <a:xfrm>
            <a:off x="5972175" y="51244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5266116-E2A0-424B-BA1D-D922110F4072}"/>
              </a:ext>
            </a:extLst>
          </p:cNvPr>
          <p:cNvSpPr>
            <a:spLocks noGrp="1"/>
          </p:cNvSpPr>
          <p:nvPr/>
        </p:nvSpPr>
        <p:spPr>
          <a:xfrm>
            <a:off x="740092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R$ 5,6bi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2B02FCF-FA46-45C0-BBED-BA5D8BB915C7}"/>
              </a:ext>
            </a:extLst>
          </p:cNvPr>
          <p:cNvSpPr>
            <a:spLocks noGrp="1"/>
          </p:cNvSpPr>
          <p:nvPr/>
        </p:nvSpPr>
        <p:spPr>
          <a:xfrm>
            <a:off x="806767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94E4E41-795B-482B-9939-7FC203D34C71}"/>
              </a:ext>
            </a:extLst>
          </p:cNvPr>
          <p:cNvSpPr>
            <a:spLocks noGrp="1"/>
          </p:cNvSpPr>
          <p:nvPr/>
        </p:nvSpPr>
        <p:spPr>
          <a:xfrm>
            <a:off x="8734425" y="51244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-R$ 2,2bi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F5DF4F0-789E-4BE9-96F8-459CB21520B6}"/>
              </a:ext>
            </a:extLst>
          </p:cNvPr>
          <p:cNvSpPr>
            <a:spLocks noGrp="1"/>
          </p:cNvSpPr>
          <p:nvPr/>
        </p:nvSpPr>
        <p:spPr>
          <a:xfrm>
            <a:off x="9420225" y="51244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-38,7%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E7ABD85-7A34-4B9C-92B4-4EE6565F5FAB}"/>
              </a:ext>
            </a:extLst>
          </p:cNvPr>
          <p:cNvSpPr>
            <a:spLocks noGrp="1"/>
          </p:cNvSpPr>
          <p:nvPr/>
        </p:nvSpPr>
        <p:spPr>
          <a:xfrm>
            <a:off x="9896475" y="512445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2,2%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D96CF80-A930-480D-8908-30CFD23DA8B7}"/>
              </a:ext>
            </a:extLst>
          </p:cNvPr>
          <p:cNvSpPr>
            <a:spLocks noGrp="1"/>
          </p:cNvSpPr>
          <p:nvPr/>
        </p:nvSpPr>
        <p:spPr>
          <a:xfrm>
            <a:off x="5924550" y="52673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C3A7B94-8A4A-4D2E-91F4-2E7DC5EE2893}"/>
              </a:ext>
            </a:extLst>
          </p:cNvPr>
          <p:cNvSpPr>
            <a:spLocks noGrp="1"/>
          </p:cNvSpPr>
          <p:nvPr/>
        </p:nvSpPr>
        <p:spPr>
          <a:xfrm>
            <a:off x="5972175" y="53244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NU PAGAMENTOS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48F6EFC-518C-47B8-9034-042483ACC62A}"/>
              </a:ext>
            </a:extLst>
          </p:cNvPr>
          <p:cNvSpPr>
            <a:spLocks noGrp="1"/>
          </p:cNvSpPr>
          <p:nvPr/>
        </p:nvSpPr>
        <p:spPr>
          <a:xfrm>
            <a:off x="740092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R$ 2,9bi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627E28E-6A88-4C8A-AC49-2DA7563A30FF}"/>
              </a:ext>
            </a:extLst>
          </p:cNvPr>
          <p:cNvSpPr>
            <a:spLocks noGrp="1"/>
          </p:cNvSpPr>
          <p:nvPr/>
        </p:nvSpPr>
        <p:spPr>
          <a:xfrm>
            <a:off x="806767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4D74596-65D7-482F-A8E0-5D5A97E53329}"/>
              </a:ext>
            </a:extLst>
          </p:cNvPr>
          <p:cNvSpPr>
            <a:spLocks noGrp="1"/>
          </p:cNvSpPr>
          <p:nvPr/>
        </p:nvSpPr>
        <p:spPr>
          <a:xfrm>
            <a:off x="8734425" y="53244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-R$ 1,4bi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3BB80FB4-B8D1-4122-A8C4-56F615AFBF92}"/>
              </a:ext>
            </a:extLst>
          </p:cNvPr>
          <p:cNvSpPr>
            <a:spLocks noGrp="1"/>
          </p:cNvSpPr>
          <p:nvPr/>
        </p:nvSpPr>
        <p:spPr>
          <a:xfrm>
            <a:off x="9420225" y="532447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-50,4%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6AC388CE-964F-4F52-AA88-2735B7ABAB16}"/>
              </a:ext>
            </a:extLst>
          </p:cNvPr>
          <p:cNvSpPr>
            <a:spLocks noGrp="1"/>
          </p:cNvSpPr>
          <p:nvPr/>
        </p:nvSpPr>
        <p:spPr>
          <a:xfrm>
            <a:off x="9896475" y="532447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8,7%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029BB9-59A0-4796-A055-A97D6038E0C9}"/>
              </a:ext>
            </a:extLst>
          </p:cNvPr>
          <p:cNvSpPr>
            <a:spLocks noGrp="1"/>
          </p:cNvSpPr>
          <p:nvPr/>
        </p:nvSpPr>
        <p:spPr>
          <a:xfrm>
            <a:off x="5924550" y="54673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EBA765F-7CC6-4D82-96EC-5BDC8FE07420}"/>
              </a:ext>
            </a:extLst>
          </p:cNvPr>
          <p:cNvSpPr>
            <a:spLocks noGrp="1"/>
          </p:cNvSpPr>
          <p:nvPr/>
        </p:nvSpPr>
        <p:spPr>
          <a:xfrm>
            <a:off x="5972175" y="55245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F99A57C-BB01-4986-B3EC-EA7109203804}"/>
              </a:ext>
            </a:extLst>
          </p:cNvPr>
          <p:cNvSpPr>
            <a:spLocks noGrp="1"/>
          </p:cNvSpPr>
          <p:nvPr/>
        </p:nvSpPr>
        <p:spPr>
          <a:xfrm>
            <a:off x="740092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R$ 5,8bi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8C07F98-B19F-4196-8D9A-19FAEBB115F6}"/>
              </a:ext>
            </a:extLst>
          </p:cNvPr>
          <p:cNvSpPr>
            <a:spLocks noGrp="1"/>
          </p:cNvSpPr>
          <p:nvPr/>
        </p:nvSpPr>
        <p:spPr>
          <a:xfrm>
            <a:off x="806767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R$ 5,0bi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414CC23-C70D-4313-BFF1-E72B20160B10}"/>
              </a:ext>
            </a:extLst>
          </p:cNvPr>
          <p:cNvSpPr>
            <a:spLocks noGrp="1"/>
          </p:cNvSpPr>
          <p:nvPr/>
        </p:nvSpPr>
        <p:spPr>
          <a:xfrm>
            <a:off x="8734425" y="55245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-R$ 783,1mi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BD28ABA-1074-4B5C-BE7A-EEDE6EFB58A2}"/>
              </a:ext>
            </a:extLst>
          </p:cNvPr>
          <p:cNvSpPr>
            <a:spLocks noGrp="1"/>
          </p:cNvSpPr>
          <p:nvPr/>
        </p:nvSpPr>
        <p:spPr>
          <a:xfrm>
            <a:off x="9420225" y="552450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-13,4%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1DA23C01-403C-46FA-A127-58FC0CFE10A8}"/>
              </a:ext>
            </a:extLst>
          </p:cNvPr>
          <p:cNvSpPr>
            <a:spLocks noGrp="1"/>
          </p:cNvSpPr>
          <p:nvPr/>
        </p:nvSpPr>
        <p:spPr>
          <a:xfrm>
            <a:off x="9896475" y="552450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3,1%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EC65070-F0D5-4076-BF07-B4E7E89608F7}"/>
              </a:ext>
            </a:extLst>
          </p:cNvPr>
          <p:cNvSpPr>
            <a:spLocks noGrp="1"/>
          </p:cNvSpPr>
          <p:nvPr/>
        </p:nvSpPr>
        <p:spPr>
          <a:xfrm>
            <a:off x="5924550" y="56673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2BBE0941-3F66-4B2F-8B46-7D265F68AD72}"/>
              </a:ext>
            </a:extLst>
          </p:cNvPr>
          <p:cNvSpPr>
            <a:spLocks noGrp="1"/>
          </p:cNvSpPr>
          <p:nvPr/>
        </p:nvSpPr>
        <p:spPr>
          <a:xfrm>
            <a:off x="5972175" y="5724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C0326D5-531E-4B44-9DC7-7E668858A20C}"/>
              </a:ext>
            </a:extLst>
          </p:cNvPr>
          <p:cNvSpPr>
            <a:spLocks noGrp="1"/>
          </p:cNvSpPr>
          <p:nvPr/>
        </p:nvSpPr>
        <p:spPr>
          <a:xfrm>
            <a:off x="740092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R$ 399,2mi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48061B4-5360-4DBF-A224-0EDE27594049}"/>
              </a:ext>
            </a:extLst>
          </p:cNvPr>
          <p:cNvSpPr>
            <a:spLocks noGrp="1"/>
          </p:cNvSpPr>
          <p:nvPr/>
        </p:nvSpPr>
        <p:spPr>
          <a:xfrm>
            <a:off x="806767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-R$ 111,9mi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46B68A8-86EC-4DFA-872E-040E65E28FE3}"/>
              </a:ext>
            </a:extLst>
          </p:cNvPr>
          <p:cNvSpPr>
            <a:spLocks noGrp="1"/>
          </p:cNvSpPr>
          <p:nvPr/>
        </p:nvSpPr>
        <p:spPr>
          <a:xfrm>
            <a:off x="8734425" y="57245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-R$ 511,1mi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0116293B-F183-4D7E-9D86-6D69FB390D9A}"/>
              </a:ext>
            </a:extLst>
          </p:cNvPr>
          <p:cNvSpPr>
            <a:spLocks noGrp="1"/>
          </p:cNvSpPr>
          <p:nvPr/>
        </p:nvSpPr>
        <p:spPr>
          <a:xfrm>
            <a:off x="9420225" y="572452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-128,0%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70424E6A-94A9-4D5B-A5F9-F1634B3010AB}"/>
              </a:ext>
            </a:extLst>
          </p:cNvPr>
          <p:cNvSpPr>
            <a:spLocks noGrp="1"/>
          </p:cNvSpPr>
          <p:nvPr/>
        </p:nvSpPr>
        <p:spPr>
          <a:xfrm>
            <a:off x="9896475" y="572452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-1,7%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56CE89C6-1B73-431D-8FBF-52956D6EB77D}"/>
              </a:ext>
            </a:extLst>
          </p:cNvPr>
          <p:cNvSpPr>
            <a:spLocks noGrp="1"/>
          </p:cNvSpPr>
          <p:nvPr/>
        </p:nvSpPr>
        <p:spPr>
          <a:xfrm>
            <a:off x="5924550" y="58674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749022B-9F8C-47D8-92A3-A2FA1C4431A9}"/>
              </a:ext>
            </a:extLst>
          </p:cNvPr>
          <p:cNvSpPr>
            <a:spLocks noGrp="1"/>
          </p:cNvSpPr>
          <p:nvPr/>
        </p:nvSpPr>
        <p:spPr>
          <a:xfrm>
            <a:off x="5972175" y="59245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XP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D4347BD2-79A1-4C70-90BE-5B4963D8D5D4}"/>
              </a:ext>
            </a:extLst>
          </p:cNvPr>
          <p:cNvSpPr>
            <a:spLocks noGrp="1"/>
          </p:cNvSpPr>
          <p:nvPr/>
        </p:nvSpPr>
        <p:spPr>
          <a:xfrm>
            <a:off x="740092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R$ 256,4mi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FC52768-79CB-408C-A335-54F586D6F938}"/>
              </a:ext>
            </a:extLst>
          </p:cNvPr>
          <p:cNvSpPr>
            <a:spLocks noGrp="1"/>
          </p:cNvSpPr>
          <p:nvPr/>
        </p:nvSpPr>
        <p:spPr>
          <a:xfrm>
            <a:off x="806767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-R$ 33,5mi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74DC318-A11F-4B66-9636-A42C24932784}"/>
              </a:ext>
            </a:extLst>
          </p:cNvPr>
          <p:cNvSpPr>
            <a:spLocks noGrp="1"/>
          </p:cNvSpPr>
          <p:nvPr/>
        </p:nvSpPr>
        <p:spPr>
          <a:xfrm>
            <a:off x="8734425" y="59245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-R$ 289,9mi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004CA6A7-3D2B-4B2F-98DC-7F4EA51F17C4}"/>
              </a:ext>
            </a:extLst>
          </p:cNvPr>
          <p:cNvSpPr>
            <a:spLocks noGrp="1"/>
          </p:cNvSpPr>
          <p:nvPr/>
        </p:nvSpPr>
        <p:spPr>
          <a:xfrm>
            <a:off x="9420225" y="59245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-113,1%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7432F519-2783-471F-8581-6E3CE4DC60C3}"/>
              </a:ext>
            </a:extLst>
          </p:cNvPr>
          <p:cNvSpPr>
            <a:spLocks noGrp="1"/>
          </p:cNvSpPr>
          <p:nvPr/>
        </p:nvSpPr>
        <p:spPr>
          <a:xfrm>
            <a:off x="9896475" y="5924550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-0,3%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24143B1-E49D-470E-A1BA-4E6F180570D6}"/>
              </a:ext>
            </a:extLst>
          </p:cNvPr>
          <p:cNvSpPr>
            <a:spLocks noGrp="1"/>
          </p:cNvSpPr>
          <p:nvPr/>
        </p:nvSpPr>
        <p:spPr>
          <a:xfrm>
            <a:off x="5924550" y="60674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9B57032B-6554-4E4C-937A-1B3422CF4B7F}"/>
              </a:ext>
            </a:extLst>
          </p:cNvPr>
          <p:cNvSpPr>
            <a:spLocks noGrp="1"/>
          </p:cNvSpPr>
          <p:nvPr/>
        </p:nvSpPr>
        <p:spPr>
          <a:xfrm>
            <a:off x="5972175" y="61245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AGIBANK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8EB55C4-CB6F-4E86-B717-6AC837E94E25}"/>
              </a:ext>
            </a:extLst>
          </p:cNvPr>
          <p:cNvSpPr>
            <a:spLocks noGrp="1"/>
          </p:cNvSpPr>
          <p:nvPr/>
        </p:nvSpPr>
        <p:spPr>
          <a:xfrm>
            <a:off x="740092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R$ 348,8mi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8F07E818-40A8-4A77-BD2D-6B0FDC4EBC3E}"/>
              </a:ext>
            </a:extLst>
          </p:cNvPr>
          <p:cNvSpPr>
            <a:spLocks noGrp="1"/>
          </p:cNvSpPr>
          <p:nvPr/>
        </p:nvSpPr>
        <p:spPr>
          <a:xfrm>
            <a:off x="806767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R$ 142,1mi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12D9754-35BD-4659-B185-55937C788168}"/>
              </a:ext>
            </a:extLst>
          </p:cNvPr>
          <p:cNvSpPr>
            <a:spLocks noGrp="1"/>
          </p:cNvSpPr>
          <p:nvPr/>
        </p:nvSpPr>
        <p:spPr>
          <a:xfrm>
            <a:off x="8734425" y="61245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-R$ 206,7mi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0481A14-9CF9-4C07-B5DB-077C37F7B609}"/>
              </a:ext>
            </a:extLst>
          </p:cNvPr>
          <p:cNvSpPr>
            <a:spLocks noGrp="1"/>
          </p:cNvSpPr>
          <p:nvPr/>
        </p:nvSpPr>
        <p:spPr>
          <a:xfrm>
            <a:off x="9420225" y="612457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-59,3%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CD5232B-763F-4FA4-AD95-46E631686743}"/>
              </a:ext>
            </a:extLst>
          </p:cNvPr>
          <p:cNvSpPr>
            <a:spLocks noGrp="1"/>
          </p:cNvSpPr>
          <p:nvPr/>
        </p:nvSpPr>
        <p:spPr>
          <a:xfrm>
            <a:off x="9896475" y="612457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2,9%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4DEC608-D558-4B1E-B6EF-5AD4CF9BE81C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036320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B7441D7-8C6D-466A-9186-81E54193877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942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5C9CA64-CB3A-405F-AB2B-BC05F0723C56}"/>
              </a:ext>
            </a:extLst>
          </p:cNvPr>
          <p:cNvSpPr>
            <a:spLocks noGrp="1"/>
          </p:cNvSpPr>
          <p:nvPr/>
        </p:nvSpPr>
        <p:spPr>
          <a:xfrm>
            <a:off x="10810875" y="64865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9271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216">
            <a:extLst>
              <a:ext uri="{FF2B5EF4-FFF2-40B4-BE49-F238E27FC236}">
                <a16:creationId xmlns:a16="http://schemas.microsoft.com/office/drawing/2014/main" id="{89C58C3C-57E9-4E59-A22E-FB6B3C9C6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1C48C8-DB0F-4BA3-9091-C837B97BF6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292C7E-AF2C-421A-A6AD-6F82A4F1AED5}"/>
              </a:ext>
            </a:extLst>
          </p:cNvPr>
          <p:cNvSpPr>
            <a:spLocks noGrp="1"/>
          </p:cNvSpPr>
          <p:nvPr/>
        </p:nvSpPr>
        <p:spPr>
          <a:xfrm>
            <a:off x="0" y="819150"/>
            <a:ext cx="12192000" cy="76200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CFB12C-6637-40C9-8556-2AE0585FE74C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Produto 2 | Lucro líquido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A0AB3-D8E9-4DDC-9434-3DEAF465F978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Percentual de LL evidencia IPs e viradas de sinal; patamar fica ao lado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30C0B-374D-4764-B235-6175AFCD4C7A}"/>
              </a:ext>
            </a:extLst>
          </p:cNvPr>
          <p:cNvSpPr>
            <a:spLocks noGrp="1"/>
          </p:cNvSpPr>
          <p:nvPr/>
        </p:nvSpPr>
        <p:spPr>
          <a:xfrm>
            <a:off x="8286750" y="190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Mar/25 vs Mar/26 | variação calculada contra |LL Mar/25|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35555B-B87C-4051-A7C3-A980C0326425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809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Maior alta 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60E6AD-0D38-4821-9D66-77FE5F01D441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7A4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17A44"/>
                </a:solidFill>
                <a:latin typeface="Aptos Display"/>
                <a:ea typeface="Aptos Display"/>
                <a:cs typeface="Aptos Display"/>
              </a:rPr>
              <a:t>1.467,5%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3D36EE-A0A4-461D-92DF-501FFC2F79C9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809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BULLLA 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2263EF-708E-43B4-B1C7-65D02E7982CF}"/>
              </a:ext>
            </a:extLst>
          </p:cNvPr>
          <p:cNvSpPr>
            <a:spLocks noGrp="1"/>
          </p:cNvSpPr>
          <p:nvPr/>
        </p:nvSpPr>
        <p:spPr>
          <a:xfrm>
            <a:off x="2647950" y="1123950"/>
            <a:ext cx="2047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ΔLL do líder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0847F-5FE7-4ECB-AB06-DE2A91EC3A58}"/>
              </a:ext>
            </a:extLst>
          </p:cNvPr>
          <p:cNvSpPr>
            <a:spLocks noGrp="1"/>
          </p:cNvSpPr>
          <p:nvPr/>
        </p:nvSpPr>
        <p:spPr>
          <a:xfrm>
            <a:off x="2647950" y="128587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R$ 38,1mi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C571D-75CB-424A-B76F-AA08AB4252C5}"/>
              </a:ext>
            </a:extLst>
          </p:cNvPr>
          <p:cNvSpPr>
            <a:spLocks noGrp="1"/>
          </p:cNvSpPr>
          <p:nvPr/>
        </p:nvSpPr>
        <p:spPr>
          <a:xfrm>
            <a:off x="2647950" y="1524000"/>
            <a:ext cx="20478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-R$ 2,6mi para R$ 35,5mi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A65CCB-045E-40AE-9ECE-89B94FF37750}"/>
              </a:ext>
            </a:extLst>
          </p:cNvPr>
          <p:cNvSpPr>
            <a:spLocks noGrp="1"/>
          </p:cNvSpPr>
          <p:nvPr/>
        </p:nvSpPr>
        <p:spPr>
          <a:xfrm>
            <a:off x="5114925" y="1123950"/>
            <a:ext cx="18097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Maior queda 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38CBF5-3E85-497C-9F5A-254448D9EE1E}"/>
              </a:ext>
            </a:extLst>
          </p:cNvPr>
          <p:cNvSpPr>
            <a:spLocks noGrp="1"/>
          </p:cNvSpPr>
          <p:nvPr/>
        </p:nvSpPr>
        <p:spPr>
          <a:xfrm>
            <a:off x="5114925" y="12858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-4.581,3%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1FE88-23EF-4C1B-980F-AEDAD2458C0E}"/>
              </a:ext>
            </a:extLst>
          </p:cNvPr>
          <p:cNvSpPr>
            <a:spLocks noGrp="1"/>
          </p:cNvSpPr>
          <p:nvPr/>
        </p:nvSpPr>
        <p:spPr>
          <a:xfrm>
            <a:off x="5114925" y="1524000"/>
            <a:ext cx="18097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OMNI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D67992-0FBE-4069-A585-1C268FA1F29F}"/>
              </a:ext>
            </a:extLst>
          </p:cNvPr>
          <p:cNvSpPr>
            <a:spLocks noGrp="1"/>
          </p:cNvSpPr>
          <p:nvPr/>
        </p:nvSpPr>
        <p:spPr>
          <a:xfrm>
            <a:off x="7343775" y="1123950"/>
            <a:ext cx="204787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ΔLL da queda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2DFAA7-28B1-45DA-8C9A-D194D4895066}"/>
              </a:ext>
            </a:extLst>
          </p:cNvPr>
          <p:cNvSpPr>
            <a:spLocks noGrp="1"/>
          </p:cNvSpPr>
          <p:nvPr/>
        </p:nvSpPr>
        <p:spPr>
          <a:xfrm>
            <a:off x="7343775" y="1285875"/>
            <a:ext cx="2047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-R$ 18,6mi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4598BC-EC1B-45C5-A7E5-637C7EE295E0}"/>
              </a:ext>
            </a:extLst>
          </p:cNvPr>
          <p:cNvSpPr>
            <a:spLocks noGrp="1"/>
          </p:cNvSpPr>
          <p:nvPr/>
        </p:nvSpPr>
        <p:spPr>
          <a:xfrm>
            <a:off x="7343775" y="1524000"/>
            <a:ext cx="204787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R$ 405,5mil para -R$ 18,2mi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9E7EFB-8467-493C-B621-A905155AEC13}"/>
              </a:ext>
            </a:extLst>
          </p:cNvPr>
          <p:cNvSpPr>
            <a:spLocks noGrp="1"/>
          </p:cNvSpPr>
          <p:nvPr/>
        </p:nvSpPr>
        <p:spPr>
          <a:xfrm>
            <a:off x="419100" y="20955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altas percentuais de 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AB2AA2-8477-40BC-9380-8EA7694BA72C}"/>
              </a:ext>
            </a:extLst>
          </p:cNvPr>
          <p:cNvSpPr>
            <a:spLocks noGrp="1"/>
          </p:cNvSpPr>
          <p:nvPr/>
        </p:nvSpPr>
        <p:spPr>
          <a:xfrm>
            <a:off x="419100" y="2314575"/>
            <a:ext cx="48577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F37E14-A0AF-484B-A43A-CBC93234921B}"/>
              </a:ext>
            </a:extLst>
          </p:cNvPr>
          <p:cNvSpPr>
            <a:spLocks noGrp="1"/>
          </p:cNvSpPr>
          <p:nvPr/>
        </p:nvSpPr>
        <p:spPr>
          <a:xfrm>
            <a:off x="419100" y="2476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BULLLA IP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07B9B9-692A-4193-84FA-45E4DCC417BB}"/>
              </a:ext>
            </a:extLst>
          </p:cNvPr>
          <p:cNvSpPr>
            <a:spLocks noGrp="1"/>
          </p:cNvSpPr>
          <p:nvPr/>
        </p:nvSpPr>
        <p:spPr>
          <a:xfrm>
            <a:off x="2133600" y="2514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3AE8D7-309F-4383-B51A-D619B8FC96FD}"/>
              </a:ext>
            </a:extLst>
          </p:cNvPr>
          <p:cNvSpPr>
            <a:spLocks noGrp="1"/>
          </p:cNvSpPr>
          <p:nvPr/>
        </p:nvSpPr>
        <p:spPr>
          <a:xfrm>
            <a:off x="2133600" y="2514600"/>
            <a:ext cx="2181225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B226F2-2FFB-424B-9557-1915899C14BB}"/>
              </a:ext>
            </a:extLst>
          </p:cNvPr>
          <p:cNvSpPr>
            <a:spLocks noGrp="1"/>
          </p:cNvSpPr>
          <p:nvPr/>
        </p:nvSpPr>
        <p:spPr>
          <a:xfrm>
            <a:off x="4400550" y="2466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1.467,5%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AC5C63-724C-4C4C-A364-A44A17444944}"/>
              </a:ext>
            </a:extLst>
          </p:cNvPr>
          <p:cNvSpPr>
            <a:spLocks noGrp="1"/>
          </p:cNvSpPr>
          <p:nvPr/>
        </p:nvSpPr>
        <p:spPr>
          <a:xfrm>
            <a:off x="419100" y="2705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PAGUEVELOZ IP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7D4772-CC5C-4725-BD16-AE642C9741A1}"/>
              </a:ext>
            </a:extLst>
          </p:cNvPr>
          <p:cNvSpPr>
            <a:spLocks noGrp="1"/>
          </p:cNvSpPr>
          <p:nvPr/>
        </p:nvSpPr>
        <p:spPr>
          <a:xfrm>
            <a:off x="2133600" y="2743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F6CCB0-34A5-4EE4-B481-50E7E1B277B5}"/>
              </a:ext>
            </a:extLst>
          </p:cNvPr>
          <p:cNvSpPr>
            <a:spLocks noGrp="1"/>
          </p:cNvSpPr>
          <p:nvPr/>
        </p:nvSpPr>
        <p:spPr>
          <a:xfrm>
            <a:off x="2133600" y="2743200"/>
            <a:ext cx="1271072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1B7B41-83C7-440B-B4B3-8D4E3908225D}"/>
              </a:ext>
            </a:extLst>
          </p:cNvPr>
          <p:cNvSpPr>
            <a:spLocks noGrp="1"/>
          </p:cNvSpPr>
          <p:nvPr/>
        </p:nvSpPr>
        <p:spPr>
          <a:xfrm>
            <a:off x="4400550" y="2695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855,2%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F7D1DC-9130-4EA3-B1D0-CF372405FE20}"/>
              </a:ext>
            </a:extLst>
          </p:cNvPr>
          <p:cNvSpPr>
            <a:spLocks noGrp="1"/>
          </p:cNvSpPr>
          <p:nvPr/>
        </p:nvSpPr>
        <p:spPr>
          <a:xfrm>
            <a:off x="419100" y="2933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STONE IP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E8C251-4EF5-49C3-9246-BF2C8BE22AF3}"/>
              </a:ext>
            </a:extLst>
          </p:cNvPr>
          <p:cNvSpPr>
            <a:spLocks noGrp="1"/>
          </p:cNvSpPr>
          <p:nvPr/>
        </p:nvSpPr>
        <p:spPr>
          <a:xfrm>
            <a:off x="2133600" y="2971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8111F4-2E57-49C6-A97A-E05A39F5C47C}"/>
              </a:ext>
            </a:extLst>
          </p:cNvPr>
          <p:cNvSpPr>
            <a:spLocks noGrp="1"/>
          </p:cNvSpPr>
          <p:nvPr/>
        </p:nvSpPr>
        <p:spPr>
          <a:xfrm>
            <a:off x="2133600" y="2971800"/>
            <a:ext cx="1227050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A70EE7-5A92-436D-B512-E809CE0617A3}"/>
              </a:ext>
            </a:extLst>
          </p:cNvPr>
          <p:cNvSpPr>
            <a:spLocks noGrp="1"/>
          </p:cNvSpPr>
          <p:nvPr/>
        </p:nvSpPr>
        <p:spPr>
          <a:xfrm>
            <a:off x="4400550" y="2924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825,6%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6F542E-F1E2-4C4C-83D7-2057B75BDAA9}"/>
              </a:ext>
            </a:extLst>
          </p:cNvPr>
          <p:cNvSpPr>
            <a:spLocks noGrp="1"/>
          </p:cNvSpPr>
          <p:nvPr/>
        </p:nvSpPr>
        <p:spPr>
          <a:xfrm>
            <a:off x="419100" y="31623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ORIGINAL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7DB49E-7C0E-4F20-B546-43F605A7D221}"/>
              </a:ext>
            </a:extLst>
          </p:cNvPr>
          <p:cNvSpPr>
            <a:spLocks noGrp="1"/>
          </p:cNvSpPr>
          <p:nvPr/>
        </p:nvSpPr>
        <p:spPr>
          <a:xfrm>
            <a:off x="2133600" y="32004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677B1B-96FC-4225-A521-0B0C131F1931}"/>
              </a:ext>
            </a:extLst>
          </p:cNvPr>
          <p:cNvSpPr>
            <a:spLocks noGrp="1"/>
          </p:cNvSpPr>
          <p:nvPr/>
        </p:nvSpPr>
        <p:spPr>
          <a:xfrm>
            <a:off x="2133600" y="3200400"/>
            <a:ext cx="829523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A122B1-3330-4079-9E50-7C5B7A864161}"/>
              </a:ext>
            </a:extLst>
          </p:cNvPr>
          <p:cNvSpPr>
            <a:spLocks noGrp="1"/>
          </p:cNvSpPr>
          <p:nvPr/>
        </p:nvSpPr>
        <p:spPr>
          <a:xfrm>
            <a:off x="4400550" y="31527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558,1%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86B615-89A5-4E4E-935E-C02C068CA3B8}"/>
              </a:ext>
            </a:extLst>
          </p:cNvPr>
          <p:cNvSpPr>
            <a:spLocks noGrp="1"/>
          </p:cNvSpPr>
          <p:nvPr/>
        </p:nvSpPr>
        <p:spPr>
          <a:xfrm>
            <a:off x="419100" y="33909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WISE BRASIL CC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FB68E6-0846-482D-98CF-CA581DDE5084}"/>
              </a:ext>
            </a:extLst>
          </p:cNvPr>
          <p:cNvSpPr>
            <a:spLocks noGrp="1"/>
          </p:cNvSpPr>
          <p:nvPr/>
        </p:nvSpPr>
        <p:spPr>
          <a:xfrm>
            <a:off x="2133600" y="34290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2A0264-1713-478A-9BEA-83812CCABBE7}"/>
              </a:ext>
            </a:extLst>
          </p:cNvPr>
          <p:cNvSpPr>
            <a:spLocks noGrp="1"/>
          </p:cNvSpPr>
          <p:nvPr/>
        </p:nvSpPr>
        <p:spPr>
          <a:xfrm>
            <a:off x="2133600" y="3429000"/>
            <a:ext cx="571422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2AB92E-873C-4DF0-97E1-554F3D4841DD}"/>
              </a:ext>
            </a:extLst>
          </p:cNvPr>
          <p:cNvSpPr>
            <a:spLocks noGrp="1"/>
          </p:cNvSpPr>
          <p:nvPr/>
        </p:nvSpPr>
        <p:spPr>
          <a:xfrm>
            <a:off x="4400550" y="33813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384,4%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258D6F-C07E-4738-8DA9-4AEE9549696F}"/>
              </a:ext>
            </a:extLst>
          </p:cNvPr>
          <p:cNvSpPr>
            <a:spLocks noGrp="1"/>
          </p:cNvSpPr>
          <p:nvPr/>
        </p:nvSpPr>
        <p:spPr>
          <a:xfrm>
            <a:off x="419100" y="3619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RECARGAPAY IP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699F3D-DB14-4672-83A9-4DA28CBE0D2E}"/>
              </a:ext>
            </a:extLst>
          </p:cNvPr>
          <p:cNvSpPr>
            <a:spLocks noGrp="1"/>
          </p:cNvSpPr>
          <p:nvPr/>
        </p:nvSpPr>
        <p:spPr>
          <a:xfrm>
            <a:off x="2133600" y="3657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E80BF87-81B1-4B92-A54A-CF786BDCCB77}"/>
              </a:ext>
            </a:extLst>
          </p:cNvPr>
          <p:cNvSpPr>
            <a:spLocks noGrp="1"/>
          </p:cNvSpPr>
          <p:nvPr/>
        </p:nvSpPr>
        <p:spPr>
          <a:xfrm>
            <a:off x="2133600" y="3657600"/>
            <a:ext cx="527754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80D7535-0996-4DB1-B284-3B7749F06E6B}"/>
              </a:ext>
            </a:extLst>
          </p:cNvPr>
          <p:cNvSpPr>
            <a:spLocks noGrp="1"/>
          </p:cNvSpPr>
          <p:nvPr/>
        </p:nvSpPr>
        <p:spPr>
          <a:xfrm>
            <a:off x="4400550" y="3609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355,1%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7894B9-DB95-4003-81E9-F419FD108594}"/>
              </a:ext>
            </a:extLst>
          </p:cNvPr>
          <p:cNvSpPr>
            <a:spLocks noGrp="1"/>
          </p:cNvSpPr>
          <p:nvPr/>
        </p:nvSpPr>
        <p:spPr>
          <a:xfrm>
            <a:off x="419100" y="3848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BANQI IP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44D67AE-59E2-44A9-93D4-020FACDF54F5}"/>
              </a:ext>
            </a:extLst>
          </p:cNvPr>
          <p:cNvSpPr>
            <a:spLocks noGrp="1"/>
          </p:cNvSpPr>
          <p:nvPr/>
        </p:nvSpPr>
        <p:spPr>
          <a:xfrm>
            <a:off x="2133600" y="3886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180EA9-1CBC-4E56-9D39-EFD8CD920623}"/>
              </a:ext>
            </a:extLst>
          </p:cNvPr>
          <p:cNvSpPr>
            <a:spLocks noGrp="1"/>
          </p:cNvSpPr>
          <p:nvPr/>
        </p:nvSpPr>
        <p:spPr>
          <a:xfrm>
            <a:off x="2133600" y="3886200"/>
            <a:ext cx="493346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A125103-F95E-4101-A1BB-50B7F04CC5EF}"/>
              </a:ext>
            </a:extLst>
          </p:cNvPr>
          <p:cNvSpPr>
            <a:spLocks noGrp="1"/>
          </p:cNvSpPr>
          <p:nvPr/>
        </p:nvSpPr>
        <p:spPr>
          <a:xfrm>
            <a:off x="4400550" y="3838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331,9%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2543083-9FF9-4B8F-A357-6AD91674FC7A}"/>
              </a:ext>
            </a:extLst>
          </p:cNvPr>
          <p:cNvSpPr>
            <a:spLocks noGrp="1"/>
          </p:cNvSpPr>
          <p:nvPr/>
        </p:nvSpPr>
        <p:spPr>
          <a:xfrm>
            <a:off x="419100" y="4076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FATOR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3E55273-A636-4DFF-B776-6CCCC44F2F00}"/>
              </a:ext>
            </a:extLst>
          </p:cNvPr>
          <p:cNvSpPr>
            <a:spLocks noGrp="1"/>
          </p:cNvSpPr>
          <p:nvPr/>
        </p:nvSpPr>
        <p:spPr>
          <a:xfrm>
            <a:off x="2133600" y="4114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C6B825-1B71-43F5-A257-13AC87C4240C}"/>
              </a:ext>
            </a:extLst>
          </p:cNvPr>
          <p:cNvSpPr>
            <a:spLocks noGrp="1"/>
          </p:cNvSpPr>
          <p:nvPr/>
        </p:nvSpPr>
        <p:spPr>
          <a:xfrm>
            <a:off x="2133600" y="4114800"/>
            <a:ext cx="470143" cy="104775"/>
          </a:xfrm>
          <a:prstGeom prst="rect">
            <a:avLst/>
          </a:prstGeom>
          <a:solidFill>
            <a:srgbClr val="117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19C2F07-FBA0-4C04-9AB0-05DFB4FFB2F7}"/>
              </a:ext>
            </a:extLst>
          </p:cNvPr>
          <p:cNvSpPr>
            <a:spLocks noGrp="1"/>
          </p:cNvSpPr>
          <p:nvPr/>
        </p:nvSpPr>
        <p:spPr>
          <a:xfrm>
            <a:off x="4400550" y="4067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316,3%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4F3F918-BEEC-4601-BA37-85F69C1CF11C}"/>
              </a:ext>
            </a:extLst>
          </p:cNvPr>
          <p:cNvSpPr>
            <a:spLocks noGrp="1"/>
          </p:cNvSpPr>
          <p:nvPr/>
        </p:nvSpPr>
        <p:spPr>
          <a:xfrm>
            <a:off x="419100" y="4429125"/>
            <a:ext cx="4476750" cy="238125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1617B2E-773F-4482-BA11-7C5DABB1EB49}"/>
              </a:ext>
            </a:extLst>
          </p:cNvPr>
          <p:cNvSpPr>
            <a:spLocks noGrp="1"/>
          </p:cNvSpPr>
          <p:nvPr/>
        </p:nvSpPr>
        <p:spPr>
          <a:xfrm>
            <a:off x="466725" y="449580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3ABC4A-5B5A-4A04-A692-00ABE0B762E7}"/>
              </a:ext>
            </a:extLst>
          </p:cNvPr>
          <p:cNvSpPr>
            <a:spLocks noGrp="1"/>
          </p:cNvSpPr>
          <p:nvPr/>
        </p:nvSpPr>
        <p:spPr>
          <a:xfrm>
            <a:off x="189547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2363DFD-8B8C-475A-8C71-60A961ECADA5}"/>
              </a:ext>
            </a:extLst>
          </p:cNvPr>
          <p:cNvSpPr>
            <a:spLocks noGrp="1"/>
          </p:cNvSpPr>
          <p:nvPr/>
        </p:nvSpPr>
        <p:spPr>
          <a:xfrm>
            <a:off x="256222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3E87F31-520E-4376-BC48-98BEA120EBA6}"/>
              </a:ext>
            </a:extLst>
          </p:cNvPr>
          <p:cNvSpPr>
            <a:spLocks noGrp="1"/>
          </p:cNvSpPr>
          <p:nvPr/>
        </p:nvSpPr>
        <p:spPr>
          <a:xfrm>
            <a:off x="3228975" y="449580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B4E4685-67B8-4372-8141-94DD957D2A77}"/>
              </a:ext>
            </a:extLst>
          </p:cNvPr>
          <p:cNvSpPr>
            <a:spLocks noGrp="1"/>
          </p:cNvSpPr>
          <p:nvPr/>
        </p:nvSpPr>
        <p:spPr>
          <a:xfrm>
            <a:off x="3914775" y="44958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8D0E98-CECB-4CC8-9E75-3E114E8AE61E}"/>
              </a:ext>
            </a:extLst>
          </p:cNvPr>
          <p:cNvSpPr>
            <a:spLocks noGrp="1"/>
          </p:cNvSpPr>
          <p:nvPr/>
        </p:nvSpPr>
        <p:spPr>
          <a:xfrm>
            <a:off x="4429125" y="44958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F56A8D2-6AE4-4815-9393-CB54DF1E5E5A}"/>
              </a:ext>
            </a:extLst>
          </p:cNvPr>
          <p:cNvSpPr>
            <a:spLocks noGrp="1"/>
          </p:cNvSpPr>
          <p:nvPr/>
        </p:nvSpPr>
        <p:spPr>
          <a:xfrm>
            <a:off x="419100" y="46672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EDCE373-D4AA-4F73-876E-140C909A2F39}"/>
              </a:ext>
            </a:extLst>
          </p:cNvPr>
          <p:cNvSpPr>
            <a:spLocks noGrp="1"/>
          </p:cNvSpPr>
          <p:nvPr/>
        </p:nvSpPr>
        <p:spPr>
          <a:xfrm>
            <a:off x="466725" y="47244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BULLLA IP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17614F5-64B3-40B0-8A04-657D4B7E7EA6}"/>
              </a:ext>
            </a:extLst>
          </p:cNvPr>
          <p:cNvSpPr>
            <a:spLocks noGrp="1"/>
          </p:cNvSpPr>
          <p:nvPr/>
        </p:nvSpPr>
        <p:spPr>
          <a:xfrm>
            <a:off x="189547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-R$ 2,6mi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8D29D0-1057-46D3-B0E3-DB59BFA4D6C7}"/>
              </a:ext>
            </a:extLst>
          </p:cNvPr>
          <p:cNvSpPr>
            <a:spLocks noGrp="1"/>
          </p:cNvSpPr>
          <p:nvPr/>
        </p:nvSpPr>
        <p:spPr>
          <a:xfrm>
            <a:off x="256222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R$ 35,5mi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D2C1F77-B772-40E4-AB02-D8264B9BFC3C}"/>
              </a:ext>
            </a:extLst>
          </p:cNvPr>
          <p:cNvSpPr>
            <a:spLocks noGrp="1"/>
          </p:cNvSpPr>
          <p:nvPr/>
        </p:nvSpPr>
        <p:spPr>
          <a:xfrm>
            <a:off x="3228975" y="47244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R$ 38,1mi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E0661CF-A2E6-4D48-B865-E239E2121D6D}"/>
              </a:ext>
            </a:extLst>
          </p:cNvPr>
          <p:cNvSpPr>
            <a:spLocks noGrp="1"/>
          </p:cNvSpPr>
          <p:nvPr/>
        </p:nvSpPr>
        <p:spPr>
          <a:xfrm>
            <a:off x="3914775" y="47244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1.467,5%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6EA5AAA-F070-4BA8-916E-EFA32D375A5F}"/>
              </a:ext>
            </a:extLst>
          </p:cNvPr>
          <p:cNvSpPr>
            <a:spLocks noGrp="1"/>
          </p:cNvSpPr>
          <p:nvPr/>
        </p:nvSpPr>
        <p:spPr>
          <a:xfrm>
            <a:off x="4429125" y="47244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22,8%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B6FEFFC-9056-49EB-8CE2-D596B321C293}"/>
              </a:ext>
            </a:extLst>
          </p:cNvPr>
          <p:cNvSpPr>
            <a:spLocks noGrp="1"/>
          </p:cNvSpPr>
          <p:nvPr/>
        </p:nvSpPr>
        <p:spPr>
          <a:xfrm>
            <a:off x="419100" y="48672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C2C49B7-BCB9-4F1F-8594-2DF79431C771}"/>
              </a:ext>
            </a:extLst>
          </p:cNvPr>
          <p:cNvSpPr>
            <a:spLocks noGrp="1"/>
          </p:cNvSpPr>
          <p:nvPr/>
        </p:nvSpPr>
        <p:spPr>
          <a:xfrm>
            <a:off x="466725" y="49244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PAGUEVELOZ IP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B066E09-18AD-4839-B5DD-5C73BAC635B4}"/>
              </a:ext>
            </a:extLst>
          </p:cNvPr>
          <p:cNvSpPr>
            <a:spLocks noGrp="1"/>
          </p:cNvSpPr>
          <p:nvPr/>
        </p:nvSpPr>
        <p:spPr>
          <a:xfrm>
            <a:off x="189547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R$ 5,5mi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37AB55D-7C23-417E-B15C-22E92FC67D41}"/>
              </a:ext>
            </a:extLst>
          </p:cNvPr>
          <p:cNvSpPr>
            <a:spLocks noGrp="1"/>
          </p:cNvSpPr>
          <p:nvPr/>
        </p:nvSpPr>
        <p:spPr>
          <a:xfrm>
            <a:off x="256222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R$ 52,2mi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26EAC54-1135-4FF3-8429-A8895E077360}"/>
              </a:ext>
            </a:extLst>
          </p:cNvPr>
          <p:cNvSpPr>
            <a:spLocks noGrp="1"/>
          </p:cNvSpPr>
          <p:nvPr/>
        </p:nvSpPr>
        <p:spPr>
          <a:xfrm>
            <a:off x="3228975" y="49244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R$ 46,8mi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D3714F6-E82A-4B41-9FE3-2F0A9696B4B8}"/>
              </a:ext>
            </a:extLst>
          </p:cNvPr>
          <p:cNvSpPr>
            <a:spLocks noGrp="1"/>
          </p:cNvSpPr>
          <p:nvPr/>
        </p:nvSpPr>
        <p:spPr>
          <a:xfrm>
            <a:off x="3914775" y="49244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855,2%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7C92615-A025-42E0-BF28-A92A4EC66899}"/>
              </a:ext>
            </a:extLst>
          </p:cNvPr>
          <p:cNvSpPr>
            <a:spLocks noGrp="1"/>
          </p:cNvSpPr>
          <p:nvPr/>
        </p:nvSpPr>
        <p:spPr>
          <a:xfrm>
            <a:off x="4429125" y="49244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2,8%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438AF4C-457F-46D6-A693-E1299F7CA01C}"/>
              </a:ext>
            </a:extLst>
          </p:cNvPr>
          <p:cNvSpPr>
            <a:spLocks noGrp="1"/>
          </p:cNvSpPr>
          <p:nvPr/>
        </p:nvSpPr>
        <p:spPr>
          <a:xfrm>
            <a:off x="419100" y="50673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6036807-152E-4B02-AF3E-73BCD21A0B52}"/>
              </a:ext>
            </a:extLst>
          </p:cNvPr>
          <p:cNvSpPr>
            <a:spLocks noGrp="1"/>
          </p:cNvSpPr>
          <p:nvPr/>
        </p:nvSpPr>
        <p:spPr>
          <a:xfrm>
            <a:off x="466725" y="51244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STONE IP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831F305-9A9E-4844-B6DA-1D272E9B52B1}"/>
              </a:ext>
            </a:extLst>
          </p:cNvPr>
          <p:cNvSpPr>
            <a:spLocks noGrp="1"/>
          </p:cNvSpPr>
          <p:nvPr/>
        </p:nvSpPr>
        <p:spPr>
          <a:xfrm>
            <a:off x="189547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R$ 236,0mi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7012DE1-72BF-44DD-9B0F-6286DFD69C84}"/>
              </a:ext>
            </a:extLst>
          </p:cNvPr>
          <p:cNvSpPr>
            <a:spLocks noGrp="1"/>
          </p:cNvSpPr>
          <p:nvPr/>
        </p:nvSpPr>
        <p:spPr>
          <a:xfrm>
            <a:off x="256222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58E8AF-8CC4-4869-ADF1-3C1D54F44B1B}"/>
              </a:ext>
            </a:extLst>
          </p:cNvPr>
          <p:cNvSpPr>
            <a:spLocks noGrp="1"/>
          </p:cNvSpPr>
          <p:nvPr/>
        </p:nvSpPr>
        <p:spPr>
          <a:xfrm>
            <a:off x="3228975" y="51244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24D5E8-A36D-4E6C-A594-163F574D5A9E}"/>
              </a:ext>
            </a:extLst>
          </p:cNvPr>
          <p:cNvSpPr>
            <a:spLocks noGrp="1"/>
          </p:cNvSpPr>
          <p:nvPr/>
        </p:nvSpPr>
        <p:spPr>
          <a:xfrm>
            <a:off x="3914775" y="51244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825,6%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66D7673-26FA-4D8C-9B24-301B5F44D52A}"/>
              </a:ext>
            </a:extLst>
          </p:cNvPr>
          <p:cNvSpPr>
            <a:spLocks noGrp="1"/>
          </p:cNvSpPr>
          <p:nvPr/>
        </p:nvSpPr>
        <p:spPr>
          <a:xfrm>
            <a:off x="4429125" y="51244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26,1%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FD89693-0F12-4C41-8CC9-5155DFD3D7F0}"/>
              </a:ext>
            </a:extLst>
          </p:cNvPr>
          <p:cNvSpPr>
            <a:spLocks noGrp="1"/>
          </p:cNvSpPr>
          <p:nvPr/>
        </p:nvSpPr>
        <p:spPr>
          <a:xfrm>
            <a:off x="419100" y="52673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097C1C0-8027-4E81-9F25-3336A6F029E6}"/>
              </a:ext>
            </a:extLst>
          </p:cNvPr>
          <p:cNvSpPr>
            <a:spLocks noGrp="1"/>
          </p:cNvSpPr>
          <p:nvPr/>
        </p:nvSpPr>
        <p:spPr>
          <a:xfrm>
            <a:off x="466725" y="53244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ORIGINAL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657D2AF-493B-4470-9B0E-0FF00960B097}"/>
              </a:ext>
            </a:extLst>
          </p:cNvPr>
          <p:cNvSpPr>
            <a:spLocks noGrp="1"/>
          </p:cNvSpPr>
          <p:nvPr/>
        </p:nvSpPr>
        <p:spPr>
          <a:xfrm>
            <a:off x="189547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R$ 16,5mi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F75878B-7098-4F16-859A-859760630279}"/>
              </a:ext>
            </a:extLst>
          </p:cNvPr>
          <p:cNvSpPr>
            <a:spLocks noGrp="1"/>
          </p:cNvSpPr>
          <p:nvPr/>
        </p:nvSpPr>
        <p:spPr>
          <a:xfrm>
            <a:off x="256222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R$ 108,7mi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FC8425-2FB5-4511-A615-BD9AE055DBE6}"/>
              </a:ext>
            </a:extLst>
          </p:cNvPr>
          <p:cNvSpPr>
            <a:spLocks noGrp="1"/>
          </p:cNvSpPr>
          <p:nvPr/>
        </p:nvSpPr>
        <p:spPr>
          <a:xfrm>
            <a:off x="3228975" y="53244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R$ 92,2mi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EEF6C3C-7B84-4581-B75D-BEE58E6CA128}"/>
              </a:ext>
            </a:extLst>
          </p:cNvPr>
          <p:cNvSpPr>
            <a:spLocks noGrp="1"/>
          </p:cNvSpPr>
          <p:nvPr/>
        </p:nvSpPr>
        <p:spPr>
          <a:xfrm>
            <a:off x="3914775" y="53244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558,1%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DA51AF-5569-4A6A-A93C-5C1CCC09B03E}"/>
              </a:ext>
            </a:extLst>
          </p:cNvPr>
          <p:cNvSpPr>
            <a:spLocks noGrp="1"/>
          </p:cNvSpPr>
          <p:nvPr/>
        </p:nvSpPr>
        <p:spPr>
          <a:xfrm>
            <a:off x="4429125" y="53244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6,1%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D827F32-F711-40A6-AD1A-83C10568C45D}"/>
              </a:ext>
            </a:extLst>
          </p:cNvPr>
          <p:cNvSpPr>
            <a:spLocks noGrp="1"/>
          </p:cNvSpPr>
          <p:nvPr/>
        </p:nvSpPr>
        <p:spPr>
          <a:xfrm>
            <a:off x="419100" y="54673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2CDD223-774F-4F55-A048-AE430C2C76B1}"/>
              </a:ext>
            </a:extLst>
          </p:cNvPr>
          <p:cNvSpPr>
            <a:spLocks noGrp="1"/>
          </p:cNvSpPr>
          <p:nvPr/>
        </p:nvSpPr>
        <p:spPr>
          <a:xfrm>
            <a:off x="466725" y="55245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WISE BRASIL CC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C668260-4462-4C9E-BA9E-51C28E3CC057}"/>
              </a:ext>
            </a:extLst>
          </p:cNvPr>
          <p:cNvSpPr>
            <a:spLocks noGrp="1"/>
          </p:cNvSpPr>
          <p:nvPr/>
        </p:nvSpPr>
        <p:spPr>
          <a:xfrm>
            <a:off x="189547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R$ 2,3mi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B7C9694-F3B9-450F-B9B6-DA56D0E50B06}"/>
              </a:ext>
            </a:extLst>
          </p:cNvPr>
          <p:cNvSpPr>
            <a:spLocks noGrp="1"/>
          </p:cNvSpPr>
          <p:nvPr/>
        </p:nvSpPr>
        <p:spPr>
          <a:xfrm>
            <a:off x="256222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R$ 11,0mi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0E59BCF-4CA4-4B3B-9FAB-A28CCB037D46}"/>
              </a:ext>
            </a:extLst>
          </p:cNvPr>
          <p:cNvSpPr>
            <a:spLocks noGrp="1"/>
          </p:cNvSpPr>
          <p:nvPr/>
        </p:nvSpPr>
        <p:spPr>
          <a:xfrm>
            <a:off x="3228975" y="55245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R$ 8,7mi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7079A53-D385-4461-BD7D-C7E80277098A}"/>
              </a:ext>
            </a:extLst>
          </p:cNvPr>
          <p:cNvSpPr>
            <a:spLocks noGrp="1"/>
          </p:cNvSpPr>
          <p:nvPr/>
        </p:nvSpPr>
        <p:spPr>
          <a:xfrm>
            <a:off x="3914775" y="55245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384,4%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74EFF6B-1407-4FDC-ABC2-13DA7E96BA97}"/>
              </a:ext>
            </a:extLst>
          </p:cNvPr>
          <p:cNvSpPr>
            <a:spLocks noGrp="1"/>
          </p:cNvSpPr>
          <p:nvPr/>
        </p:nvSpPr>
        <p:spPr>
          <a:xfrm>
            <a:off x="4429125" y="55245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7,0%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082CA0F-FF45-4977-892B-2D86D1F1FEA3}"/>
              </a:ext>
            </a:extLst>
          </p:cNvPr>
          <p:cNvSpPr>
            <a:spLocks noGrp="1"/>
          </p:cNvSpPr>
          <p:nvPr/>
        </p:nvSpPr>
        <p:spPr>
          <a:xfrm>
            <a:off x="419100" y="56673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C2B2131-68B6-42C0-AC43-9E53EA339CA7}"/>
              </a:ext>
            </a:extLst>
          </p:cNvPr>
          <p:cNvSpPr>
            <a:spLocks noGrp="1"/>
          </p:cNvSpPr>
          <p:nvPr/>
        </p:nvSpPr>
        <p:spPr>
          <a:xfrm>
            <a:off x="466725" y="5724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RECARGAPAY IP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538940B2-934C-4DD9-96E2-F01DDC84C21C}"/>
              </a:ext>
            </a:extLst>
          </p:cNvPr>
          <p:cNvSpPr>
            <a:spLocks noGrp="1"/>
          </p:cNvSpPr>
          <p:nvPr/>
        </p:nvSpPr>
        <p:spPr>
          <a:xfrm>
            <a:off x="189547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-R$ 3,0mi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6066CD4-9E8F-47CA-877C-E7F8B1DB4EE5}"/>
              </a:ext>
            </a:extLst>
          </p:cNvPr>
          <p:cNvSpPr>
            <a:spLocks noGrp="1"/>
          </p:cNvSpPr>
          <p:nvPr/>
        </p:nvSpPr>
        <p:spPr>
          <a:xfrm>
            <a:off x="256222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R$ 7,7mi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0E7FF9-84BB-4967-9823-2D3CE8304498}"/>
              </a:ext>
            </a:extLst>
          </p:cNvPr>
          <p:cNvSpPr>
            <a:spLocks noGrp="1"/>
          </p:cNvSpPr>
          <p:nvPr/>
        </p:nvSpPr>
        <p:spPr>
          <a:xfrm>
            <a:off x="3228975" y="57245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R$ 10,7mi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051E473-1468-4561-ADB9-50A65BEF87AE}"/>
              </a:ext>
            </a:extLst>
          </p:cNvPr>
          <p:cNvSpPr>
            <a:spLocks noGrp="1"/>
          </p:cNvSpPr>
          <p:nvPr/>
        </p:nvSpPr>
        <p:spPr>
          <a:xfrm>
            <a:off x="3914775" y="57245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355,1%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A808DAE-A884-4DED-9B46-8DADCEDFDD23}"/>
              </a:ext>
            </a:extLst>
          </p:cNvPr>
          <p:cNvSpPr>
            <a:spLocks noGrp="1"/>
          </p:cNvSpPr>
          <p:nvPr/>
        </p:nvSpPr>
        <p:spPr>
          <a:xfrm>
            <a:off x="4429125" y="57245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4,2%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46A8C6B-F783-4F80-9FFC-5457FAAC961C}"/>
              </a:ext>
            </a:extLst>
          </p:cNvPr>
          <p:cNvSpPr>
            <a:spLocks noGrp="1"/>
          </p:cNvSpPr>
          <p:nvPr/>
        </p:nvSpPr>
        <p:spPr>
          <a:xfrm>
            <a:off x="419100" y="58674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96CAEE7-9929-471B-9B42-114E97B9E8CB}"/>
              </a:ext>
            </a:extLst>
          </p:cNvPr>
          <p:cNvSpPr>
            <a:spLocks noGrp="1"/>
          </p:cNvSpPr>
          <p:nvPr/>
        </p:nvSpPr>
        <p:spPr>
          <a:xfrm>
            <a:off x="466725" y="59245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BANQI IP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D52F3E1-5B02-4C56-954A-94E8779E9508}"/>
              </a:ext>
            </a:extLst>
          </p:cNvPr>
          <p:cNvSpPr>
            <a:spLocks noGrp="1"/>
          </p:cNvSpPr>
          <p:nvPr/>
        </p:nvSpPr>
        <p:spPr>
          <a:xfrm>
            <a:off x="189547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R$ 4,4mi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BAF148A-C204-42DE-828D-C0F7D167FA81}"/>
              </a:ext>
            </a:extLst>
          </p:cNvPr>
          <p:cNvSpPr>
            <a:spLocks noGrp="1"/>
          </p:cNvSpPr>
          <p:nvPr/>
        </p:nvSpPr>
        <p:spPr>
          <a:xfrm>
            <a:off x="256222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R$ 19,2mi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1471A61-A08E-4A8C-B0E5-34E3F2CDBA9F}"/>
              </a:ext>
            </a:extLst>
          </p:cNvPr>
          <p:cNvSpPr>
            <a:spLocks noGrp="1"/>
          </p:cNvSpPr>
          <p:nvPr/>
        </p:nvSpPr>
        <p:spPr>
          <a:xfrm>
            <a:off x="3228975" y="59245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R$ 14,7mi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D281FA8-7406-49E7-B503-08657E0E576E}"/>
              </a:ext>
            </a:extLst>
          </p:cNvPr>
          <p:cNvSpPr>
            <a:spLocks noGrp="1"/>
          </p:cNvSpPr>
          <p:nvPr/>
        </p:nvSpPr>
        <p:spPr>
          <a:xfrm>
            <a:off x="3914775" y="59245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331,9%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9961023-ACDF-4ED5-B4EF-69D278976F30}"/>
              </a:ext>
            </a:extLst>
          </p:cNvPr>
          <p:cNvSpPr>
            <a:spLocks noGrp="1"/>
          </p:cNvSpPr>
          <p:nvPr/>
        </p:nvSpPr>
        <p:spPr>
          <a:xfrm>
            <a:off x="4429125" y="59245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4,4%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0501286-6E92-432C-8837-58E9BF4EC479}"/>
              </a:ext>
            </a:extLst>
          </p:cNvPr>
          <p:cNvSpPr>
            <a:spLocks noGrp="1"/>
          </p:cNvSpPr>
          <p:nvPr/>
        </p:nvSpPr>
        <p:spPr>
          <a:xfrm>
            <a:off x="419100" y="60674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E0B0A090-0D07-4F25-993E-6C7D4A149B4C}"/>
              </a:ext>
            </a:extLst>
          </p:cNvPr>
          <p:cNvSpPr>
            <a:spLocks noGrp="1"/>
          </p:cNvSpPr>
          <p:nvPr/>
        </p:nvSpPr>
        <p:spPr>
          <a:xfrm>
            <a:off x="466725" y="61245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FATOR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2CE0E51-1673-43A9-A2C8-280E507A9EBF}"/>
              </a:ext>
            </a:extLst>
          </p:cNvPr>
          <p:cNvSpPr>
            <a:spLocks noGrp="1"/>
          </p:cNvSpPr>
          <p:nvPr/>
        </p:nvSpPr>
        <p:spPr>
          <a:xfrm>
            <a:off x="189547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R$ 3,5mi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308F5D4-753F-4783-9AF2-9D4A7864FF53}"/>
              </a:ext>
            </a:extLst>
          </p:cNvPr>
          <p:cNvSpPr>
            <a:spLocks noGrp="1"/>
          </p:cNvSpPr>
          <p:nvPr/>
        </p:nvSpPr>
        <p:spPr>
          <a:xfrm>
            <a:off x="256222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R$ 14,7mi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30F0DE3-3851-4305-9213-87C351E5FA46}"/>
              </a:ext>
            </a:extLst>
          </p:cNvPr>
          <p:cNvSpPr>
            <a:spLocks noGrp="1"/>
          </p:cNvSpPr>
          <p:nvPr/>
        </p:nvSpPr>
        <p:spPr>
          <a:xfrm>
            <a:off x="3228975" y="61245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R$ 11,2mi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504777B-49C0-4264-A240-AB9C8455974B}"/>
              </a:ext>
            </a:extLst>
          </p:cNvPr>
          <p:cNvSpPr>
            <a:spLocks noGrp="1"/>
          </p:cNvSpPr>
          <p:nvPr/>
        </p:nvSpPr>
        <p:spPr>
          <a:xfrm>
            <a:off x="3914775" y="61245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316,3%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663B66D-5675-464B-BC6A-1A964C24C919}"/>
              </a:ext>
            </a:extLst>
          </p:cNvPr>
          <p:cNvSpPr>
            <a:spLocks noGrp="1"/>
          </p:cNvSpPr>
          <p:nvPr/>
        </p:nvSpPr>
        <p:spPr>
          <a:xfrm>
            <a:off x="4429125" y="61245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7,0%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54CD431-B0E6-4D82-B903-06FA76A54567}"/>
              </a:ext>
            </a:extLst>
          </p:cNvPr>
          <p:cNvSpPr>
            <a:spLocks noGrp="1"/>
          </p:cNvSpPr>
          <p:nvPr/>
        </p:nvSpPr>
        <p:spPr>
          <a:xfrm>
            <a:off x="5924550" y="2095500"/>
            <a:ext cx="485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quedas percentuais de LL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3DDB0E4-B4EB-4C87-B049-C07B0BF3847C}"/>
              </a:ext>
            </a:extLst>
          </p:cNvPr>
          <p:cNvSpPr>
            <a:spLocks noGrp="1"/>
          </p:cNvSpPr>
          <p:nvPr/>
        </p:nvSpPr>
        <p:spPr>
          <a:xfrm>
            <a:off x="5924550" y="2314575"/>
            <a:ext cx="48577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5654C41-A9B6-4BCF-A41C-3F12E5D4E105}"/>
              </a:ext>
            </a:extLst>
          </p:cNvPr>
          <p:cNvSpPr>
            <a:spLocks noGrp="1"/>
          </p:cNvSpPr>
          <p:nvPr/>
        </p:nvSpPr>
        <p:spPr>
          <a:xfrm>
            <a:off x="5924550" y="2476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OMNI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433EA3D-D844-4398-8731-B54E79550989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89B55EC-9C67-449F-8E8E-5E36C1D0E4AA}"/>
              </a:ext>
            </a:extLst>
          </p:cNvPr>
          <p:cNvSpPr>
            <a:spLocks noGrp="1"/>
          </p:cNvSpPr>
          <p:nvPr/>
        </p:nvSpPr>
        <p:spPr>
          <a:xfrm>
            <a:off x="7639050" y="2514600"/>
            <a:ext cx="2181225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AA5A0B1-E362-4B8D-87AA-540E8DFA73F4}"/>
              </a:ext>
            </a:extLst>
          </p:cNvPr>
          <p:cNvSpPr>
            <a:spLocks noGrp="1"/>
          </p:cNvSpPr>
          <p:nvPr/>
        </p:nvSpPr>
        <p:spPr>
          <a:xfrm>
            <a:off x="9906000" y="2466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-4.581,3%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9BD98E3-7CD9-4819-A359-6B703F17782D}"/>
              </a:ext>
            </a:extLst>
          </p:cNvPr>
          <p:cNvSpPr>
            <a:spLocks noGrp="1"/>
          </p:cNvSpPr>
          <p:nvPr/>
        </p:nvSpPr>
        <p:spPr>
          <a:xfrm>
            <a:off x="5924550" y="2705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BCO AFINZ BM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9593567-1558-4EE5-BE97-A6CCE80C595F}"/>
              </a:ext>
            </a:extLst>
          </p:cNvPr>
          <p:cNvSpPr>
            <a:spLocks noGrp="1"/>
          </p:cNvSpPr>
          <p:nvPr/>
        </p:nvSpPr>
        <p:spPr>
          <a:xfrm>
            <a:off x="7639050" y="2743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DC1C39E-4A5B-47B7-A187-71D50C1EC6D2}"/>
              </a:ext>
            </a:extLst>
          </p:cNvPr>
          <p:cNvSpPr>
            <a:spLocks noGrp="1"/>
          </p:cNvSpPr>
          <p:nvPr/>
        </p:nvSpPr>
        <p:spPr>
          <a:xfrm>
            <a:off x="7639050" y="2743200"/>
            <a:ext cx="1299041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F9C2277-AE40-4589-9142-74A1B35CC36B}"/>
              </a:ext>
            </a:extLst>
          </p:cNvPr>
          <p:cNvSpPr>
            <a:spLocks noGrp="1"/>
          </p:cNvSpPr>
          <p:nvPr/>
        </p:nvSpPr>
        <p:spPr>
          <a:xfrm>
            <a:off x="9906000" y="2695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-2.728,4%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19AE7DD-3553-44F8-A0E3-CAC7476E0C2B}"/>
              </a:ext>
            </a:extLst>
          </p:cNvPr>
          <p:cNvSpPr>
            <a:spLocks noGrp="1"/>
          </p:cNvSpPr>
          <p:nvPr/>
        </p:nvSpPr>
        <p:spPr>
          <a:xfrm>
            <a:off x="5924550" y="2933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MERCADO PAGO IP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C973D51-372E-471A-A0DA-E0807915CAAF}"/>
              </a:ext>
            </a:extLst>
          </p:cNvPr>
          <p:cNvSpPr>
            <a:spLocks noGrp="1"/>
          </p:cNvSpPr>
          <p:nvPr/>
        </p:nvSpPr>
        <p:spPr>
          <a:xfrm>
            <a:off x="7639050" y="2971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0D64F4B-BDA6-4FA9-8D81-88C7F4376894}"/>
              </a:ext>
            </a:extLst>
          </p:cNvPr>
          <p:cNvSpPr>
            <a:spLocks noGrp="1"/>
          </p:cNvSpPr>
          <p:nvPr/>
        </p:nvSpPr>
        <p:spPr>
          <a:xfrm>
            <a:off x="7639050" y="2971800"/>
            <a:ext cx="476381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1254F26-C3BB-4192-83B4-1C5CB6FF049F}"/>
              </a:ext>
            </a:extLst>
          </p:cNvPr>
          <p:cNvSpPr>
            <a:spLocks noGrp="1"/>
          </p:cNvSpPr>
          <p:nvPr/>
        </p:nvSpPr>
        <p:spPr>
          <a:xfrm>
            <a:off x="9906000" y="2924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-1.000,6%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3872D6D9-EC8E-49DD-AAD3-F71C64839F91}"/>
              </a:ext>
            </a:extLst>
          </p:cNvPr>
          <p:cNvSpPr>
            <a:spLocks noGrp="1"/>
          </p:cNvSpPr>
          <p:nvPr/>
        </p:nvSpPr>
        <p:spPr>
          <a:xfrm>
            <a:off x="5924550" y="31623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CAIXA GERAL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F9698CA-F011-435F-9433-C0455B3C832A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7844DA9-F128-45BF-A1CD-9353B79D1BE4}"/>
              </a:ext>
            </a:extLst>
          </p:cNvPr>
          <p:cNvSpPr>
            <a:spLocks noGrp="1"/>
          </p:cNvSpPr>
          <p:nvPr/>
        </p:nvSpPr>
        <p:spPr>
          <a:xfrm>
            <a:off x="7639050" y="3200400"/>
            <a:ext cx="319932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6A1C4B7-1C13-4A4D-9B7E-69AF6CA50824}"/>
              </a:ext>
            </a:extLst>
          </p:cNvPr>
          <p:cNvSpPr>
            <a:spLocks noGrp="1"/>
          </p:cNvSpPr>
          <p:nvPr/>
        </p:nvSpPr>
        <p:spPr>
          <a:xfrm>
            <a:off x="9906000" y="31527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-672,0%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D8B1107-4A5F-4621-AC53-03C306BE8041}"/>
              </a:ext>
            </a:extLst>
          </p:cNvPr>
          <p:cNvSpPr>
            <a:spLocks noGrp="1"/>
          </p:cNvSpPr>
          <p:nvPr/>
        </p:nvSpPr>
        <p:spPr>
          <a:xfrm>
            <a:off x="5924550" y="33909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5. CELCOIN IP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077A5DC-387F-43FF-90B5-58858421D440}"/>
              </a:ext>
            </a:extLst>
          </p:cNvPr>
          <p:cNvSpPr>
            <a:spLocks noGrp="1"/>
          </p:cNvSpPr>
          <p:nvPr/>
        </p:nvSpPr>
        <p:spPr>
          <a:xfrm>
            <a:off x="7639050" y="34290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F3146FA-E86A-429E-B768-BF1EAC048CD4}"/>
              </a:ext>
            </a:extLst>
          </p:cNvPr>
          <p:cNvSpPr>
            <a:spLocks noGrp="1"/>
          </p:cNvSpPr>
          <p:nvPr/>
        </p:nvSpPr>
        <p:spPr>
          <a:xfrm>
            <a:off x="7639050" y="3429000"/>
            <a:ext cx="304716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2B151B1-EEB3-4F62-9737-CECAE1D1A4AD}"/>
              </a:ext>
            </a:extLst>
          </p:cNvPr>
          <p:cNvSpPr>
            <a:spLocks noGrp="1"/>
          </p:cNvSpPr>
          <p:nvPr/>
        </p:nvSpPr>
        <p:spPr>
          <a:xfrm>
            <a:off x="9906000" y="33813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-640,0%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F26FD78-E3DE-413D-BD45-58D579D456C9}"/>
              </a:ext>
            </a:extLst>
          </p:cNvPr>
          <p:cNvSpPr>
            <a:spLocks noGrp="1"/>
          </p:cNvSpPr>
          <p:nvPr/>
        </p:nvSpPr>
        <p:spPr>
          <a:xfrm>
            <a:off x="5924550" y="36195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BCO DIGIMAIS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5451CF3-8C9C-43A1-87C5-2324DC086608}"/>
              </a:ext>
            </a:extLst>
          </p:cNvPr>
          <p:cNvSpPr>
            <a:spLocks noGrp="1"/>
          </p:cNvSpPr>
          <p:nvPr/>
        </p:nvSpPr>
        <p:spPr>
          <a:xfrm>
            <a:off x="7639050" y="36576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AFCD146-307F-4917-A29A-D0BAD2237977}"/>
              </a:ext>
            </a:extLst>
          </p:cNvPr>
          <p:cNvSpPr>
            <a:spLocks noGrp="1"/>
          </p:cNvSpPr>
          <p:nvPr/>
        </p:nvSpPr>
        <p:spPr>
          <a:xfrm>
            <a:off x="7639050" y="3657600"/>
            <a:ext cx="288473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8440527-7921-449B-BC18-D588B51495E1}"/>
              </a:ext>
            </a:extLst>
          </p:cNvPr>
          <p:cNvSpPr>
            <a:spLocks noGrp="1"/>
          </p:cNvSpPr>
          <p:nvPr/>
        </p:nvSpPr>
        <p:spPr>
          <a:xfrm>
            <a:off x="9906000" y="36099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-605,9%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3A210F13-CE37-46F3-9D6C-26231B9CA851}"/>
              </a:ext>
            </a:extLst>
          </p:cNvPr>
          <p:cNvSpPr>
            <a:spLocks noGrp="1"/>
          </p:cNvSpPr>
          <p:nvPr/>
        </p:nvSpPr>
        <p:spPr>
          <a:xfrm>
            <a:off x="5924550" y="38481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GENIAL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A148F6C1-3F14-4EE2-88EB-723018ECA3FC}"/>
              </a:ext>
            </a:extLst>
          </p:cNvPr>
          <p:cNvSpPr>
            <a:spLocks noGrp="1"/>
          </p:cNvSpPr>
          <p:nvPr/>
        </p:nvSpPr>
        <p:spPr>
          <a:xfrm>
            <a:off x="7639050" y="38862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B733409-EE0A-4069-8CEB-99FDEBB194CE}"/>
              </a:ext>
            </a:extLst>
          </p:cNvPr>
          <p:cNvSpPr>
            <a:spLocks noGrp="1"/>
          </p:cNvSpPr>
          <p:nvPr/>
        </p:nvSpPr>
        <p:spPr>
          <a:xfrm>
            <a:off x="7639050" y="3886200"/>
            <a:ext cx="263442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440A2046-658E-4706-9858-D35F17B4B54C}"/>
              </a:ext>
            </a:extLst>
          </p:cNvPr>
          <p:cNvSpPr>
            <a:spLocks noGrp="1"/>
          </p:cNvSpPr>
          <p:nvPr/>
        </p:nvSpPr>
        <p:spPr>
          <a:xfrm>
            <a:off x="9906000" y="38385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-553,3%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EBF14E0-D1C2-436E-97E8-67FF80E4E684}"/>
              </a:ext>
            </a:extLst>
          </p:cNvPr>
          <p:cNvSpPr>
            <a:spLocks noGrp="1"/>
          </p:cNvSpPr>
          <p:nvPr/>
        </p:nvSpPr>
        <p:spPr>
          <a:xfrm>
            <a:off x="5924550" y="40767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ANDBANK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4889BDA-8AFA-46D9-8B19-C00EEC7650B4}"/>
              </a:ext>
            </a:extLst>
          </p:cNvPr>
          <p:cNvSpPr>
            <a:spLocks noGrp="1"/>
          </p:cNvSpPr>
          <p:nvPr/>
        </p:nvSpPr>
        <p:spPr>
          <a:xfrm>
            <a:off x="7639050" y="4114800"/>
            <a:ext cx="2181225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5388140-FCE0-491D-8B6E-37FD5D0251FE}"/>
              </a:ext>
            </a:extLst>
          </p:cNvPr>
          <p:cNvSpPr>
            <a:spLocks noGrp="1"/>
          </p:cNvSpPr>
          <p:nvPr/>
        </p:nvSpPr>
        <p:spPr>
          <a:xfrm>
            <a:off x="7639050" y="4114800"/>
            <a:ext cx="123866" cy="104775"/>
          </a:xfrm>
          <a:prstGeom prst="rect">
            <a:avLst/>
          </a:prstGeom>
          <a:solidFill>
            <a:srgbClr val="B4231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ACBFDA5-4550-4A3D-AE3D-E59AD5EA6E75}"/>
              </a:ext>
            </a:extLst>
          </p:cNvPr>
          <p:cNvSpPr>
            <a:spLocks noGrp="1"/>
          </p:cNvSpPr>
          <p:nvPr/>
        </p:nvSpPr>
        <p:spPr>
          <a:xfrm>
            <a:off x="9906000" y="4067175"/>
            <a:ext cx="8382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B42318"/>
                </a:solidFill>
                <a:latin typeface="Aptos"/>
                <a:ea typeface="Aptos"/>
                <a:cs typeface="Aptos"/>
              </a:rPr>
              <a:t>-260,2%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081632F-E5C9-42BA-A3A9-070C5214E71F}"/>
              </a:ext>
            </a:extLst>
          </p:cNvPr>
          <p:cNvSpPr>
            <a:spLocks noGrp="1"/>
          </p:cNvSpPr>
          <p:nvPr/>
        </p:nvSpPr>
        <p:spPr>
          <a:xfrm>
            <a:off x="5924550" y="4429125"/>
            <a:ext cx="4476750" cy="238125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93DF5D7-C218-4750-BA78-21D485EA7668}"/>
              </a:ext>
            </a:extLst>
          </p:cNvPr>
          <p:cNvSpPr>
            <a:spLocks noGrp="1"/>
          </p:cNvSpPr>
          <p:nvPr/>
        </p:nvSpPr>
        <p:spPr>
          <a:xfrm>
            <a:off x="5972175" y="449580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948EE589-DC43-4373-975E-6846CBDE3F41}"/>
              </a:ext>
            </a:extLst>
          </p:cNvPr>
          <p:cNvSpPr>
            <a:spLocks noGrp="1"/>
          </p:cNvSpPr>
          <p:nvPr/>
        </p:nvSpPr>
        <p:spPr>
          <a:xfrm>
            <a:off x="740092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25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70BFA0F-1EB1-4FB6-B9F0-91DCC1A3EC35}"/>
              </a:ext>
            </a:extLst>
          </p:cNvPr>
          <p:cNvSpPr>
            <a:spLocks noGrp="1"/>
          </p:cNvSpPr>
          <p:nvPr/>
        </p:nvSpPr>
        <p:spPr>
          <a:xfrm>
            <a:off x="8067675" y="44958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 26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048D90F-4AAD-4B16-922B-61BE41B5D2EF}"/>
              </a:ext>
            </a:extLst>
          </p:cNvPr>
          <p:cNvSpPr>
            <a:spLocks noGrp="1"/>
          </p:cNvSpPr>
          <p:nvPr/>
        </p:nvSpPr>
        <p:spPr>
          <a:xfrm>
            <a:off x="8734425" y="449580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ΔLL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782F36E-D4CC-42DE-910C-3919974BB082}"/>
              </a:ext>
            </a:extLst>
          </p:cNvPr>
          <p:cNvSpPr>
            <a:spLocks noGrp="1"/>
          </p:cNvSpPr>
          <p:nvPr/>
        </p:nvSpPr>
        <p:spPr>
          <a:xfrm>
            <a:off x="9420225" y="44958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Var.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51116F9-5CDD-457A-A983-288881F5834B}"/>
              </a:ext>
            </a:extLst>
          </p:cNvPr>
          <p:cNvSpPr>
            <a:spLocks noGrp="1"/>
          </p:cNvSpPr>
          <p:nvPr/>
        </p:nvSpPr>
        <p:spPr>
          <a:xfrm>
            <a:off x="9934575" y="44958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LL26/PL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07668B4-AE9F-4791-B2F6-0BF6C15A8A07}"/>
              </a:ext>
            </a:extLst>
          </p:cNvPr>
          <p:cNvSpPr>
            <a:spLocks noGrp="1"/>
          </p:cNvSpPr>
          <p:nvPr/>
        </p:nvSpPr>
        <p:spPr>
          <a:xfrm>
            <a:off x="5924550" y="46672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2D1F90C-0CBD-4329-BE41-2F81F2453C74}"/>
              </a:ext>
            </a:extLst>
          </p:cNvPr>
          <p:cNvSpPr>
            <a:spLocks noGrp="1"/>
          </p:cNvSpPr>
          <p:nvPr/>
        </p:nvSpPr>
        <p:spPr>
          <a:xfrm>
            <a:off x="5972175" y="47244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OMNI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933A1A4-1D1F-48F5-9FB7-BF4E2FDAA5A0}"/>
              </a:ext>
            </a:extLst>
          </p:cNvPr>
          <p:cNvSpPr>
            <a:spLocks noGrp="1"/>
          </p:cNvSpPr>
          <p:nvPr/>
        </p:nvSpPr>
        <p:spPr>
          <a:xfrm>
            <a:off x="740092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R$ 405,5mil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6296CC3-B732-4D46-BCA8-379D2E6CD1E3}"/>
              </a:ext>
            </a:extLst>
          </p:cNvPr>
          <p:cNvSpPr>
            <a:spLocks noGrp="1"/>
          </p:cNvSpPr>
          <p:nvPr/>
        </p:nvSpPr>
        <p:spPr>
          <a:xfrm>
            <a:off x="8067675" y="47244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-R$ 18,2mi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28AF6967-D19C-4A1E-828F-9EDA009FA334}"/>
              </a:ext>
            </a:extLst>
          </p:cNvPr>
          <p:cNvSpPr>
            <a:spLocks noGrp="1"/>
          </p:cNvSpPr>
          <p:nvPr/>
        </p:nvSpPr>
        <p:spPr>
          <a:xfrm>
            <a:off x="8734425" y="47244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-R$ 18,6mi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22E7391-40E0-440C-91BB-5B378B58B861}"/>
              </a:ext>
            </a:extLst>
          </p:cNvPr>
          <p:cNvSpPr>
            <a:spLocks noGrp="1"/>
          </p:cNvSpPr>
          <p:nvPr/>
        </p:nvSpPr>
        <p:spPr>
          <a:xfrm>
            <a:off x="9420225" y="47244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-4.581,3%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1F816195-4369-44C6-BD82-65D74C0851E7}"/>
              </a:ext>
            </a:extLst>
          </p:cNvPr>
          <p:cNvSpPr>
            <a:spLocks noGrp="1"/>
          </p:cNvSpPr>
          <p:nvPr/>
        </p:nvSpPr>
        <p:spPr>
          <a:xfrm>
            <a:off x="9934575" y="47244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-2,1%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E7C7549-BFDA-45A2-A741-88A914F83534}"/>
              </a:ext>
            </a:extLst>
          </p:cNvPr>
          <p:cNvSpPr>
            <a:spLocks noGrp="1"/>
          </p:cNvSpPr>
          <p:nvPr/>
        </p:nvSpPr>
        <p:spPr>
          <a:xfrm>
            <a:off x="5924550" y="48672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C80AA5B-E1EF-4163-BB5F-CB15C0006F29}"/>
              </a:ext>
            </a:extLst>
          </p:cNvPr>
          <p:cNvSpPr>
            <a:spLocks noGrp="1"/>
          </p:cNvSpPr>
          <p:nvPr/>
        </p:nvSpPr>
        <p:spPr>
          <a:xfrm>
            <a:off x="5972175" y="49244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BANCO AFINZ BM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5A807D0B-946F-4A0E-86C3-7622743B296A}"/>
              </a:ext>
            </a:extLst>
          </p:cNvPr>
          <p:cNvSpPr>
            <a:spLocks noGrp="1"/>
          </p:cNvSpPr>
          <p:nvPr/>
        </p:nvSpPr>
        <p:spPr>
          <a:xfrm>
            <a:off x="740092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R$ 1,8mi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4630F95-2EA7-4C58-B718-0214D3741BA7}"/>
              </a:ext>
            </a:extLst>
          </p:cNvPr>
          <p:cNvSpPr>
            <a:spLocks noGrp="1"/>
          </p:cNvSpPr>
          <p:nvPr/>
        </p:nvSpPr>
        <p:spPr>
          <a:xfrm>
            <a:off x="8067675" y="49244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-R$ 47,8mi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00873550-AFDB-46BD-B63B-2CD6F22408A1}"/>
              </a:ext>
            </a:extLst>
          </p:cNvPr>
          <p:cNvSpPr>
            <a:spLocks noGrp="1"/>
          </p:cNvSpPr>
          <p:nvPr/>
        </p:nvSpPr>
        <p:spPr>
          <a:xfrm>
            <a:off x="8734425" y="49244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-R$ 49,7mi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D319FF0-F007-4724-9BF7-8F48E2E04AB8}"/>
              </a:ext>
            </a:extLst>
          </p:cNvPr>
          <p:cNvSpPr>
            <a:spLocks noGrp="1"/>
          </p:cNvSpPr>
          <p:nvPr/>
        </p:nvSpPr>
        <p:spPr>
          <a:xfrm>
            <a:off x="9420225" y="49244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-2.728,4%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42FB803-FDB1-4EEA-9909-734A375CD44A}"/>
              </a:ext>
            </a:extLst>
          </p:cNvPr>
          <p:cNvSpPr>
            <a:spLocks noGrp="1"/>
          </p:cNvSpPr>
          <p:nvPr/>
        </p:nvSpPr>
        <p:spPr>
          <a:xfrm>
            <a:off x="9934575" y="49244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-30,3%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A5C240ED-472E-4171-8ACC-05D313F8F116}"/>
              </a:ext>
            </a:extLst>
          </p:cNvPr>
          <p:cNvSpPr>
            <a:spLocks noGrp="1"/>
          </p:cNvSpPr>
          <p:nvPr/>
        </p:nvSpPr>
        <p:spPr>
          <a:xfrm>
            <a:off x="5924550" y="50673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C79AEF88-3921-41C4-9702-B9737F01E510}"/>
              </a:ext>
            </a:extLst>
          </p:cNvPr>
          <p:cNvSpPr>
            <a:spLocks noGrp="1"/>
          </p:cNvSpPr>
          <p:nvPr/>
        </p:nvSpPr>
        <p:spPr>
          <a:xfrm>
            <a:off x="5972175" y="51244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MERCADO PAGO IP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8846D72-0DA2-4463-965F-7558923F4B1E}"/>
              </a:ext>
            </a:extLst>
          </p:cNvPr>
          <p:cNvSpPr>
            <a:spLocks noGrp="1"/>
          </p:cNvSpPr>
          <p:nvPr/>
        </p:nvSpPr>
        <p:spPr>
          <a:xfrm>
            <a:off x="740092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-R$ 2,8mi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345DDA1-752E-4A26-BC98-5AED0E9EE085}"/>
              </a:ext>
            </a:extLst>
          </p:cNvPr>
          <p:cNvSpPr>
            <a:spLocks noGrp="1"/>
          </p:cNvSpPr>
          <p:nvPr/>
        </p:nvSpPr>
        <p:spPr>
          <a:xfrm>
            <a:off x="8067675" y="51244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-R$ 30,5mi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092DE88-FCFB-4BEA-BD29-E6F3B7F02AA5}"/>
              </a:ext>
            </a:extLst>
          </p:cNvPr>
          <p:cNvSpPr>
            <a:spLocks noGrp="1"/>
          </p:cNvSpPr>
          <p:nvPr/>
        </p:nvSpPr>
        <p:spPr>
          <a:xfrm>
            <a:off x="8734425" y="51244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-R$ 27,7mi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666D62D-8ABC-4C1B-BDAA-0038B8054BB6}"/>
              </a:ext>
            </a:extLst>
          </p:cNvPr>
          <p:cNvSpPr>
            <a:spLocks noGrp="1"/>
          </p:cNvSpPr>
          <p:nvPr/>
        </p:nvSpPr>
        <p:spPr>
          <a:xfrm>
            <a:off x="9420225" y="51244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-1.000,6%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136B8C1-B84E-4C61-94CE-4D8230D02BD0}"/>
              </a:ext>
            </a:extLst>
          </p:cNvPr>
          <p:cNvSpPr>
            <a:spLocks noGrp="1"/>
          </p:cNvSpPr>
          <p:nvPr/>
        </p:nvSpPr>
        <p:spPr>
          <a:xfrm>
            <a:off x="9934575" y="51244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-0,6%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517A370-EAD8-44E8-BC8F-BEF65A774C6A}"/>
              </a:ext>
            </a:extLst>
          </p:cNvPr>
          <p:cNvSpPr>
            <a:spLocks noGrp="1"/>
          </p:cNvSpPr>
          <p:nvPr/>
        </p:nvSpPr>
        <p:spPr>
          <a:xfrm>
            <a:off x="5924550" y="52673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FB98789-D370-4456-BD49-A7117104531F}"/>
              </a:ext>
            </a:extLst>
          </p:cNvPr>
          <p:cNvSpPr>
            <a:spLocks noGrp="1"/>
          </p:cNvSpPr>
          <p:nvPr/>
        </p:nvSpPr>
        <p:spPr>
          <a:xfrm>
            <a:off x="5972175" y="53244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GERAL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8F06E73-A431-40A5-B8A6-093B4E7590FA}"/>
              </a:ext>
            </a:extLst>
          </p:cNvPr>
          <p:cNvSpPr>
            <a:spLocks noGrp="1"/>
          </p:cNvSpPr>
          <p:nvPr/>
        </p:nvSpPr>
        <p:spPr>
          <a:xfrm>
            <a:off x="740092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-R$ 656,3mil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E374D04-5035-424F-9E38-32C7FE69F6DF}"/>
              </a:ext>
            </a:extLst>
          </p:cNvPr>
          <p:cNvSpPr>
            <a:spLocks noGrp="1"/>
          </p:cNvSpPr>
          <p:nvPr/>
        </p:nvSpPr>
        <p:spPr>
          <a:xfrm>
            <a:off x="8067675" y="53244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-R$ 5,1mi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13315234-600A-4787-98A5-E69FF247870C}"/>
              </a:ext>
            </a:extLst>
          </p:cNvPr>
          <p:cNvSpPr>
            <a:spLocks noGrp="1"/>
          </p:cNvSpPr>
          <p:nvPr/>
        </p:nvSpPr>
        <p:spPr>
          <a:xfrm>
            <a:off x="8734425" y="53244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-R$ 4,4mi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EDBEAAA5-4417-4A32-B7C6-F431FA283BD9}"/>
              </a:ext>
            </a:extLst>
          </p:cNvPr>
          <p:cNvSpPr>
            <a:spLocks noGrp="1"/>
          </p:cNvSpPr>
          <p:nvPr/>
        </p:nvSpPr>
        <p:spPr>
          <a:xfrm>
            <a:off x="9420225" y="53244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-672,0%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20356C0-A693-41B3-9459-1DD6E2911785}"/>
              </a:ext>
            </a:extLst>
          </p:cNvPr>
          <p:cNvSpPr>
            <a:spLocks noGrp="1"/>
          </p:cNvSpPr>
          <p:nvPr/>
        </p:nvSpPr>
        <p:spPr>
          <a:xfrm>
            <a:off x="9934575" y="53244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-1,7%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F472E57-910F-4EEF-A1B1-E6FD3F51A446}"/>
              </a:ext>
            </a:extLst>
          </p:cNvPr>
          <p:cNvSpPr>
            <a:spLocks noGrp="1"/>
          </p:cNvSpPr>
          <p:nvPr/>
        </p:nvSpPr>
        <p:spPr>
          <a:xfrm>
            <a:off x="5924550" y="546735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05921F-206A-421B-A014-B02C8CFDDE3F}"/>
              </a:ext>
            </a:extLst>
          </p:cNvPr>
          <p:cNvSpPr>
            <a:spLocks noGrp="1"/>
          </p:cNvSpPr>
          <p:nvPr/>
        </p:nvSpPr>
        <p:spPr>
          <a:xfrm>
            <a:off x="5972175" y="552450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CELCOIN IP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8CBD1085-BD06-4173-A8FB-DA5545F3E67C}"/>
              </a:ext>
            </a:extLst>
          </p:cNvPr>
          <p:cNvSpPr>
            <a:spLocks noGrp="1"/>
          </p:cNvSpPr>
          <p:nvPr/>
        </p:nvSpPr>
        <p:spPr>
          <a:xfrm>
            <a:off x="740092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R$ 3,7mi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05DE885-1800-4846-B5D2-C17F9596B48A}"/>
              </a:ext>
            </a:extLst>
          </p:cNvPr>
          <p:cNvSpPr>
            <a:spLocks noGrp="1"/>
          </p:cNvSpPr>
          <p:nvPr/>
        </p:nvSpPr>
        <p:spPr>
          <a:xfrm>
            <a:off x="8067675" y="552450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-R$ 20,2mi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96CE270-0C92-430C-AD30-EADA9D49820A}"/>
              </a:ext>
            </a:extLst>
          </p:cNvPr>
          <p:cNvSpPr>
            <a:spLocks noGrp="1"/>
          </p:cNvSpPr>
          <p:nvPr/>
        </p:nvSpPr>
        <p:spPr>
          <a:xfrm>
            <a:off x="8734425" y="552450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-R$ 23,9mi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B4AC8FA2-44BF-4787-82B9-41FBE7E28FE9}"/>
              </a:ext>
            </a:extLst>
          </p:cNvPr>
          <p:cNvSpPr>
            <a:spLocks noGrp="1"/>
          </p:cNvSpPr>
          <p:nvPr/>
        </p:nvSpPr>
        <p:spPr>
          <a:xfrm>
            <a:off x="9420225" y="55245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-640,0%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97278135-74AC-41BD-B5E8-B06A8802C811}"/>
              </a:ext>
            </a:extLst>
          </p:cNvPr>
          <p:cNvSpPr>
            <a:spLocks noGrp="1"/>
          </p:cNvSpPr>
          <p:nvPr/>
        </p:nvSpPr>
        <p:spPr>
          <a:xfrm>
            <a:off x="9934575" y="552450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-5,3%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B032CC85-1A90-4928-A98F-D8AA1265FF95}"/>
              </a:ext>
            </a:extLst>
          </p:cNvPr>
          <p:cNvSpPr>
            <a:spLocks noGrp="1"/>
          </p:cNvSpPr>
          <p:nvPr/>
        </p:nvSpPr>
        <p:spPr>
          <a:xfrm>
            <a:off x="5924550" y="566737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DE694BF9-CCF5-46A3-8993-6CC7F4C81298}"/>
              </a:ext>
            </a:extLst>
          </p:cNvPr>
          <p:cNvSpPr>
            <a:spLocks noGrp="1"/>
          </p:cNvSpPr>
          <p:nvPr/>
        </p:nvSpPr>
        <p:spPr>
          <a:xfrm>
            <a:off x="5972175" y="572452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BANCO DIGIMAIS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6D9ED4BE-6F25-419F-B7B5-F35190ECF2DF}"/>
              </a:ext>
            </a:extLst>
          </p:cNvPr>
          <p:cNvSpPr>
            <a:spLocks noGrp="1"/>
          </p:cNvSpPr>
          <p:nvPr/>
        </p:nvSpPr>
        <p:spPr>
          <a:xfrm>
            <a:off x="740092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-R$ 15,4mi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0EEC97F9-32C7-4E00-91AB-44A0F0D1E5B5}"/>
              </a:ext>
            </a:extLst>
          </p:cNvPr>
          <p:cNvSpPr>
            <a:spLocks noGrp="1"/>
          </p:cNvSpPr>
          <p:nvPr/>
        </p:nvSpPr>
        <p:spPr>
          <a:xfrm>
            <a:off x="8067675" y="572452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-R$ 108,4mi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9D832DF-64E4-4866-945E-0B7239F38DD0}"/>
              </a:ext>
            </a:extLst>
          </p:cNvPr>
          <p:cNvSpPr>
            <a:spLocks noGrp="1"/>
          </p:cNvSpPr>
          <p:nvPr/>
        </p:nvSpPr>
        <p:spPr>
          <a:xfrm>
            <a:off x="8734425" y="572452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-R$ 93,0mi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A6F64B6-7E97-4BB0-BF95-2C74473F60BD}"/>
              </a:ext>
            </a:extLst>
          </p:cNvPr>
          <p:cNvSpPr>
            <a:spLocks noGrp="1"/>
          </p:cNvSpPr>
          <p:nvPr/>
        </p:nvSpPr>
        <p:spPr>
          <a:xfrm>
            <a:off x="9420225" y="57245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-605,9%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F95664D3-772D-47F9-AF3F-F6AB178E2DB1}"/>
              </a:ext>
            </a:extLst>
          </p:cNvPr>
          <p:cNvSpPr>
            <a:spLocks noGrp="1"/>
          </p:cNvSpPr>
          <p:nvPr/>
        </p:nvSpPr>
        <p:spPr>
          <a:xfrm>
            <a:off x="9934575" y="57245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-13,6%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0BC08A08-BFCF-4D85-A0D3-DBDC2C963857}"/>
              </a:ext>
            </a:extLst>
          </p:cNvPr>
          <p:cNvSpPr>
            <a:spLocks noGrp="1"/>
          </p:cNvSpPr>
          <p:nvPr/>
        </p:nvSpPr>
        <p:spPr>
          <a:xfrm>
            <a:off x="5924550" y="5867400"/>
            <a:ext cx="4476750" cy="2000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5EF573C-E2AD-4A68-A791-D5D7543F8ECF}"/>
              </a:ext>
            </a:extLst>
          </p:cNvPr>
          <p:cNvSpPr>
            <a:spLocks noGrp="1"/>
          </p:cNvSpPr>
          <p:nvPr/>
        </p:nvSpPr>
        <p:spPr>
          <a:xfrm>
            <a:off x="5972175" y="5924550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GENIAL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5E7F6122-B0A7-4363-9B45-8C97A3913931}"/>
              </a:ext>
            </a:extLst>
          </p:cNvPr>
          <p:cNvSpPr>
            <a:spLocks noGrp="1"/>
          </p:cNvSpPr>
          <p:nvPr/>
        </p:nvSpPr>
        <p:spPr>
          <a:xfrm>
            <a:off x="740092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-R$ 7,3mi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B2C54140-FC4D-484B-AED3-0D494BC2EB4B}"/>
              </a:ext>
            </a:extLst>
          </p:cNvPr>
          <p:cNvSpPr>
            <a:spLocks noGrp="1"/>
          </p:cNvSpPr>
          <p:nvPr/>
        </p:nvSpPr>
        <p:spPr>
          <a:xfrm>
            <a:off x="8067675" y="59245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-R$ 47,7mi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7AC688AC-8FE3-45B7-9D6E-21B182ECB4A9}"/>
              </a:ext>
            </a:extLst>
          </p:cNvPr>
          <p:cNvSpPr>
            <a:spLocks noGrp="1"/>
          </p:cNvSpPr>
          <p:nvPr/>
        </p:nvSpPr>
        <p:spPr>
          <a:xfrm>
            <a:off x="8734425" y="5924550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-R$ 40,4mi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13E0AD-DEF5-4CEC-A460-CB80ABEEB2BD}"/>
              </a:ext>
            </a:extLst>
          </p:cNvPr>
          <p:cNvSpPr>
            <a:spLocks noGrp="1"/>
          </p:cNvSpPr>
          <p:nvPr/>
        </p:nvSpPr>
        <p:spPr>
          <a:xfrm>
            <a:off x="9420225" y="59245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-553,3%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6AB35F1-CC96-4ED2-BD3E-F368FA56EC3E}"/>
              </a:ext>
            </a:extLst>
          </p:cNvPr>
          <p:cNvSpPr>
            <a:spLocks noGrp="1"/>
          </p:cNvSpPr>
          <p:nvPr/>
        </p:nvSpPr>
        <p:spPr>
          <a:xfrm>
            <a:off x="9934575" y="5924550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-23,2%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5D6DB72F-A88B-49B0-81B5-72BBBDE4C7E3}"/>
              </a:ext>
            </a:extLst>
          </p:cNvPr>
          <p:cNvSpPr>
            <a:spLocks noGrp="1"/>
          </p:cNvSpPr>
          <p:nvPr/>
        </p:nvSpPr>
        <p:spPr>
          <a:xfrm>
            <a:off x="5924550" y="6067425"/>
            <a:ext cx="4476750" cy="2000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905EFA6-43EF-4E92-A950-0C435BD5B054}"/>
              </a:ext>
            </a:extLst>
          </p:cNvPr>
          <p:cNvSpPr>
            <a:spLocks noGrp="1"/>
          </p:cNvSpPr>
          <p:nvPr/>
        </p:nvSpPr>
        <p:spPr>
          <a:xfrm>
            <a:off x="5972175" y="61245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ANDBANK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8F306FD3-804C-4686-9A94-E21EDF48CCB8}"/>
              </a:ext>
            </a:extLst>
          </p:cNvPr>
          <p:cNvSpPr>
            <a:spLocks noGrp="1"/>
          </p:cNvSpPr>
          <p:nvPr/>
        </p:nvSpPr>
        <p:spPr>
          <a:xfrm>
            <a:off x="740092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-R$ 1,9mi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6694BB6D-6585-46BE-BE50-7B24514D363E}"/>
              </a:ext>
            </a:extLst>
          </p:cNvPr>
          <p:cNvSpPr>
            <a:spLocks noGrp="1"/>
          </p:cNvSpPr>
          <p:nvPr/>
        </p:nvSpPr>
        <p:spPr>
          <a:xfrm>
            <a:off x="8067675" y="61245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-R$ 6,9mi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C8AF8C2A-FEEB-486D-9D58-948335A0F663}"/>
              </a:ext>
            </a:extLst>
          </p:cNvPr>
          <p:cNvSpPr>
            <a:spLocks noGrp="1"/>
          </p:cNvSpPr>
          <p:nvPr/>
        </p:nvSpPr>
        <p:spPr>
          <a:xfrm>
            <a:off x="8734425" y="61245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-R$ 5,0mi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2FF0B86-8197-44C5-94E0-A61E61185253}"/>
              </a:ext>
            </a:extLst>
          </p:cNvPr>
          <p:cNvSpPr>
            <a:spLocks noGrp="1"/>
          </p:cNvSpPr>
          <p:nvPr/>
        </p:nvSpPr>
        <p:spPr>
          <a:xfrm>
            <a:off x="9420225" y="61245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-260,2%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AAA1E546-AEFC-4615-86DA-D448E72D6134}"/>
              </a:ext>
            </a:extLst>
          </p:cNvPr>
          <p:cNvSpPr>
            <a:spLocks noGrp="1"/>
          </p:cNvSpPr>
          <p:nvPr/>
        </p:nvSpPr>
        <p:spPr>
          <a:xfrm>
            <a:off x="9934575" y="612457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25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-2,2%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FFDE8156-AC14-4C2C-A511-215284833719}"/>
              </a:ext>
            </a:extLst>
          </p:cNvPr>
          <p:cNvSpPr>
            <a:spLocks noGrp="1"/>
          </p:cNvSpPr>
          <p:nvPr/>
        </p:nvSpPr>
        <p:spPr>
          <a:xfrm>
            <a:off x="419100" y="6286500"/>
            <a:ext cx="876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Percentuais extremos foram mantidos porque pertencem ao universo filtrado; a tabela mostra o patamar para leitura econômica.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8858250-F19D-44E2-B4D6-AE05E60B7767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036320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D1D4830E-0AD7-4BD5-890F-07D2FA062845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942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05E39A1-589E-47A3-B091-F3C4C6EBED70}"/>
              </a:ext>
            </a:extLst>
          </p:cNvPr>
          <p:cNvSpPr>
            <a:spLocks noGrp="1"/>
          </p:cNvSpPr>
          <p:nvPr/>
        </p:nvSpPr>
        <p:spPr>
          <a:xfrm>
            <a:off x="10810875" y="64865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854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52">
            <a:extLst>
              <a:ext uri="{FF2B5EF4-FFF2-40B4-BE49-F238E27FC236}">
                <a16:creationId xmlns:a16="http://schemas.microsoft.com/office/drawing/2014/main" id="{650C9259-A665-4ECD-8D36-C749F0102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742BD1-67C9-44C3-8EF6-7BBE704F68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8C31B3-D69D-493C-AA2A-884EFF60F0E0}"/>
              </a:ext>
            </a:extLst>
          </p:cNvPr>
          <p:cNvSpPr>
            <a:spLocks noGrp="1"/>
          </p:cNvSpPr>
          <p:nvPr/>
        </p:nvSpPr>
        <p:spPr>
          <a:xfrm>
            <a:off x="0" y="819150"/>
            <a:ext cx="12192000" cy="76200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17562-6209-4FA6-BFE6-27FD9BF245BD}"/>
              </a:ext>
            </a:extLst>
          </p:cNvPr>
          <p:cNvSpPr>
            <a:spLocks noGrp="1"/>
          </p:cNvSpPr>
          <p:nvPr/>
        </p:nvSpPr>
        <p:spPr>
          <a:xfrm>
            <a:off x="419100" y="14287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EC70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C7000"/>
                </a:solidFill>
                <a:latin typeface="Aptos"/>
                <a:ea typeface="Aptos"/>
                <a:cs typeface="Aptos"/>
              </a:rPr>
              <a:t>Ponte PL vs. lucro líquido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5DE1CB-08A3-4E7D-91AD-5F257E380D27}"/>
              </a:ext>
            </a:extLst>
          </p:cNvPr>
          <p:cNvSpPr>
            <a:spLocks noGrp="1"/>
          </p:cNvSpPr>
          <p:nvPr/>
        </p:nvSpPr>
        <p:spPr>
          <a:xfrm>
            <a:off x="419100" y="3810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R$ 66,0bi do aumento de PL não é explicado pelo lucro líquido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2FCD8B-C5D3-4B69-8CE5-BF68A5457670}"/>
              </a:ext>
            </a:extLst>
          </p:cNvPr>
          <p:cNvSpPr>
            <a:spLocks noGrp="1"/>
          </p:cNvSpPr>
          <p:nvPr/>
        </p:nvSpPr>
        <p:spPr>
          <a:xfrm>
            <a:off x="8286750" y="1905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D9D9D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D9D9D9"/>
                </a:solidFill>
                <a:latin typeface="Aptos"/>
                <a:ea typeface="Aptos"/>
                <a:cs typeface="Aptos"/>
              </a:rPr>
              <a:t>Dez/25 vs Mar/26 | residual = ΔPL - LL acumulado em Mar/26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B1E556-0831-4639-9D1F-E83578381182}"/>
              </a:ext>
            </a:extLst>
          </p:cNvPr>
          <p:cNvSpPr>
            <a:spLocks noGrp="1"/>
          </p:cNvSpPr>
          <p:nvPr/>
        </p:nvSpPr>
        <p:spPr>
          <a:xfrm>
            <a:off x="41910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ΔPL total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8E5AA-4C1E-4EB2-B428-DDD44B73DF46}"/>
              </a:ext>
            </a:extLst>
          </p:cNvPr>
          <p:cNvSpPr>
            <a:spLocks noGrp="1"/>
          </p:cNvSpPr>
          <p:nvPr/>
        </p:nvSpPr>
        <p:spPr>
          <a:xfrm>
            <a:off x="41910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R$ 115,5bi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930608-DF4D-4A10-ADAE-37FD52507D54}"/>
              </a:ext>
            </a:extLst>
          </p:cNvPr>
          <p:cNvSpPr>
            <a:spLocks noGrp="1"/>
          </p:cNvSpPr>
          <p:nvPr/>
        </p:nvSpPr>
        <p:spPr>
          <a:xfrm>
            <a:off x="41910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Dez/25 para Mar/26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BA801F-5CCD-4ACF-97D4-CE3D92AA9466}"/>
              </a:ext>
            </a:extLst>
          </p:cNvPr>
          <p:cNvSpPr>
            <a:spLocks noGrp="1"/>
          </p:cNvSpPr>
          <p:nvPr/>
        </p:nvSpPr>
        <p:spPr>
          <a:xfrm>
            <a:off x="245745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LL Mar/26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D2D33A-2687-46C4-9B57-6FB36310BD03}"/>
              </a:ext>
            </a:extLst>
          </p:cNvPr>
          <p:cNvSpPr>
            <a:spLocks noGrp="1"/>
          </p:cNvSpPr>
          <p:nvPr/>
        </p:nvSpPr>
        <p:spPr>
          <a:xfrm>
            <a:off x="245745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R$ 49,5bi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1FCDC2-089B-403B-82B8-8846F2C73793}"/>
              </a:ext>
            </a:extLst>
          </p:cNvPr>
          <p:cNvSpPr>
            <a:spLocks noGrp="1"/>
          </p:cNvSpPr>
          <p:nvPr/>
        </p:nvSpPr>
        <p:spPr>
          <a:xfrm>
            <a:off x="245745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lucro acumulado no período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3133BB-D9FB-4B6A-A220-4797B7A78142}"/>
              </a:ext>
            </a:extLst>
          </p:cNvPr>
          <p:cNvSpPr>
            <a:spLocks noGrp="1"/>
          </p:cNvSpPr>
          <p:nvPr/>
        </p:nvSpPr>
        <p:spPr>
          <a:xfrm>
            <a:off x="4495800" y="1123950"/>
            <a:ext cx="1524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Residual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289A8B-2250-4388-B4AB-209F9ACE6AEF}"/>
              </a:ext>
            </a:extLst>
          </p:cNvPr>
          <p:cNvSpPr>
            <a:spLocks noGrp="1"/>
          </p:cNvSpPr>
          <p:nvPr/>
        </p:nvSpPr>
        <p:spPr>
          <a:xfrm>
            <a:off x="4495800" y="1285875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B65300"/>
                </a:solidFill>
                <a:latin typeface="Aptos Display"/>
                <a:ea typeface="Aptos Display"/>
                <a:cs typeface="Aptos Display"/>
              </a:rPr>
              <a:t>R$ 66,0 bi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2DF752-9487-45CD-8012-D5E863F647C3}"/>
              </a:ext>
            </a:extLst>
          </p:cNvPr>
          <p:cNvSpPr>
            <a:spLocks noGrp="1"/>
          </p:cNvSpPr>
          <p:nvPr/>
        </p:nvSpPr>
        <p:spPr>
          <a:xfrm>
            <a:off x="4495800" y="1524000"/>
            <a:ext cx="15240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ΔPL menos 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CF71FB-646A-4888-AC11-DC89AE11D7B7}"/>
              </a:ext>
            </a:extLst>
          </p:cNvPr>
          <p:cNvSpPr>
            <a:spLocks noGrp="1"/>
          </p:cNvSpPr>
          <p:nvPr/>
        </p:nvSpPr>
        <p:spPr>
          <a:xfrm>
            <a:off x="6534150" y="1123950"/>
            <a:ext cx="15716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95959"/>
                </a:solidFill>
                <a:latin typeface="Aptos"/>
                <a:ea typeface="Aptos"/>
                <a:cs typeface="Aptos"/>
              </a:rPr>
              <a:t>% explicado por 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4817A4-7363-43F9-B79D-A20BBE38D770}"/>
              </a:ext>
            </a:extLst>
          </p:cNvPr>
          <p:cNvSpPr>
            <a:spLocks noGrp="1"/>
          </p:cNvSpPr>
          <p:nvPr/>
        </p:nvSpPr>
        <p:spPr>
          <a:xfrm>
            <a:off x="6534150" y="1285875"/>
            <a:ext cx="1571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42,9%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D52B58-3C06-4B62-B89F-6F8ADF9EEDD8}"/>
              </a:ext>
            </a:extLst>
          </p:cNvPr>
          <p:cNvSpPr>
            <a:spLocks noGrp="1"/>
          </p:cNvSpPr>
          <p:nvPr/>
        </p:nvSpPr>
        <p:spPr>
          <a:xfrm>
            <a:off x="6534150" y="1524000"/>
            <a:ext cx="1571625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LL / ΔPL total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A83663-367B-40C7-ACF4-059C4DF74AD9}"/>
              </a:ext>
            </a:extLst>
          </p:cNvPr>
          <p:cNvSpPr>
            <a:spLocks noGrp="1"/>
          </p:cNvSpPr>
          <p:nvPr/>
        </p:nvSpPr>
        <p:spPr>
          <a:xfrm>
            <a:off x="419100" y="2114550"/>
            <a:ext cx="4810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Maiores residuais positivos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06D5F7-EC28-4251-B6B1-CBA916503FB0}"/>
              </a:ext>
            </a:extLst>
          </p:cNvPr>
          <p:cNvSpPr>
            <a:spLocks noGrp="1"/>
          </p:cNvSpPr>
          <p:nvPr/>
        </p:nvSpPr>
        <p:spPr>
          <a:xfrm>
            <a:off x="419100" y="2333625"/>
            <a:ext cx="4810125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9A2469-71D8-461F-BA52-DA99EA17D67D}"/>
              </a:ext>
            </a:extLst>
          </p:cNvPr>
          <p:cNvSpPr>
            <a:spLocks noGrp="1"/>
          </p:cNvSpPr>
          <p:nvPr/>
        </p:nvSpPr>
        <p:spPr>
          <a:xfrm>
            <a:off x="419100" y="24955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1. BNDES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0520C4-0BD8-4F0B-8271-F0861BAB6F7A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95313E-D3D6-49F2-94FE-B5ED4958C95A}"/>
              </a:ext>
            </a:extLst>
          </p:cNvPr>
          <p:cNvSpPr>
            <a:spLocks noGrp="1"/>
          </p:cNvSpPr>
          <p:nvPr/>
        </p:nvSpPr>
        <p:spPr>
          <a:xfrm>
            <a:off x="2114550" y="2533650"/>
            <a:ext cx="2266950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C0108A-35C8-4FBE-89D9-78CCDDFB7419}"/>
              </a:ext>
            </a:extLst>
          </p:cNvPr>
          <p:cNvSpPr>
            <a:spLocks noGrp="1"/>
          </p:cNvSpPr>
          <p:nvPr/>
        </p:nvSpPr>
        <p:spPr>
          <a:xfrm>
            <a:off x="4467225" y="24860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0B94D8-36F4-4CB1-B19C-6D75506CEBC1}"/>
              </a:ext>
            </a:extLst>
          </p:cNvPr>
          <p:cNvSpPr>
            <a:spLocks noGrp="1"/>
          </p:cNvSpPr>
          <p:nvPr/>
        </p:nvSpPr>
        <p:spPr>
          <a:xfrm>
            <a:off x="419100" y="27432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2. ITAU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C9FD33-F898-46F4-8B6A-E65402C68071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DA9CE1-7A38-4B3D-9684-1DCD510386B6}"/>
              </a:ext>
            </a:extLst>
          </p:cNvPr>
          <p:cNvSpPr>
            <a:spLocks noGrp="1"/>
          </p:cNvSpPr>
          <p:nvPr/>
        </p:nvSpPr>
        <p:spPr>
          <a:xfrm>
            <a:off x="2114550" y="2781300"/>
            <a:ext cx="393127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7A5491-3C8C-42FF-8FDF-4FF1FDBF328E}"/>
              </a:ext>
            </a:extLst>
          </p:cNvPr>
          <p:cNvSpPr>
            <a:spLocks noGrp="1"/>
          </p:cNvSpPr>
          <p:nvPr/>
        </p:nvSpPr>
        <p:spPr>
          <a:xfrm>
            <a:off x="4467225" y="27336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5F21A9-2582-4D2E-A97A-6C7F190C76AB}"/>
              </a:ext>
            </a:extLst>
          </p:cNvPr>
          <p:cNvSpPr>
            <a:spLocks noGrp="1"/>
          </p:cNvSpPr>
          <p:nvPr/>
        </p:nvSpPr>
        <p:spPr>
          <a:xfrm>
            <a:off x="419100" y="29908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3. BCO CLASSICO S.A.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2A6D0C-3A40-4674-8E12-ADE49AFDDB0E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B68D69-5511-40B8-BB0E-A4339905AAE5}"/>
              </a:ext>
            </a:extLst>
          </p:cNvPr>
          <p:cNvSpPr>
            <a:spLocks noGrp="1"/>
          </p:cNvSpPr>
          <p:nvPr/>
        </p:nvSpPr>
        <p:spPr>
          <a:xfrm>
            <a:off x="2114550" y="3028950"/>
            <a:ext cx="305085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1F5181-5691-4A2B-BDE6-31D932C1DFBF}"/>
              </a:ext>
            </a:extLst>
          </p:cNvPr>
          <p:cNvSpPr>
            <a:spLocks noGrp="1"/>
          </p:cNvSpPr>
          <p:nvPr/>
        </p:nvSpPr>
        <p:spPr>
          <a:xfrm>
            <a:off x="4467225" y="29813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3B1861-89EB-4566-A96C-F0E819E034D7}"/>
              </a:ext>
            </a:extLst>
          </p:cNvPr>
          <p:cNvSpPr>
            <a:spLocks noGrp="1"/>
          </p:cNvSpPr>
          <p:nvPr/>
        </p:nvSpPr>
        <p:spPr>
          <a:xfrm>
            <a:off x="419100" y="32385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4. BRADESCO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14E2447-F5FB-4A63-8CC2-473E704EB1D6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D75773-8F6D-49BD-9556-E4A8A62B8FD4}"/>
              </a:ext>
            </a:extLst>
          </p:cNvPr>
          <p:cNvSpPr>
            <a:spLocks noGrp="1"/>
          </p:cNvSpPr>
          <p:nvPr/>
        </p:nvSpPr>
        <p:spPr>
          <a:xfrm>
            <a:off x="2114550" y="3276600"/>
            <a:ext cx="300971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7674FB-E2EF-4318-81A6-9268310001E7}"/>
              </a:ext>
            </a:extLst>
          </p:cNvPr>
          <p:cNvSpPr>
            <a:spLocks noGrp="1"/>
          </p:cNvSpPr>
          <p:nvPr/>
        </p:nvSpPr>
        <p:spPr>
          <a:xfrm>
            <a:off x="4467225" y="32289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CF5D2B-DADB-455C-A343-40FAF80AFE6C}"/>
              </a:ext>
            </a:extLst>
          </p:cNvPr>
          <p:cNvSpPr>
            <a:spLocks noGrp="1"/>
          </p:cNvSpPr>
          <p:nvPr/>
        </p:nvSpPr>
        <p:spPr>
          <a:xfrm>
            <a:off x="419100" y="34861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5. CLOUDWALK 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CD04A5-8BB9-4A7D-B065-8A3BCCBBDADA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E6C2CE-24D4-4EF6-8CB4-7B167910644B}"/>
              </a:ext>
            </a:extLst>
          </p:cNvPr>
          <p:cNvSpPr>
            <a:spLocks noGrp="1"/>
          </p:cNvSpPr>
          <p:nvPr/>
        </p:nvSpPr>
        <p:spPr>
          <a:xfrm>
            <a:off x="2114550" y="3524250"/>
            <a:ext cx="295225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CDD85F-F3E3-44C2-9461-261895E6F040}"/>
              </a:ext>
            </a:extLst>
          </p:cNvPr>
          <p:cNvSpPr>
            <a:spLocks noGrp="1"/>
          </p:cNvSpPr>
          <p:nvPr/>
        </p:nvSpPr>
        <p:spPr>
          <a:xfrm>
            <a:off x="4467225" y="34766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CFD34C-2970-4EC8-89E3-8C15A73C30C1}"/>
              </a:ext>
            </a:extLst>
          </p:cNvPr>
          <p:cNvSpPr>
            <a:spLocks noGrp="1"/>
          </p:cNvSpPr>
          <p:nvPr/>
        </p:nvSpPr>
        <p:spPr>
          <a:xfrm>
            <a:off x="419100" y="37338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6. BB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047E8F1-F326-428F-86B3-C405FE8483BC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75CA51-5317-4346-9053-86156147D17A}"/>
              </a:ext>
            </a:extLst>
          </p:cNvPr>
          <p:cNvSpPr>
            <a:spLocks noGrp="1"/>
          </p:cNvSpPr>
          <p:nvPr/>
        </p:nvSpPr>
        <p:spPr>
          <a:xfrm>
            <a:off x="2114550" y="3771900"/>
            <a:ext cx="274945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A6B0FB-FB3F-4BD9-B099-46258568B159}"/>
              </a:ext>
            </a:extLst>
          </p:cNvPr>
          <p:cNvSpPr>
            <a:spLocks noGrp="1"/>
          </p:cNvSpPr>
          <p:nvPr/>
        </p:nvSpPr>
        <p:spPr>
          <a:xfrm>
            <a:off x="4467225" y="37242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15E76E9-C6F3-4875-960B-3E0B34D4BA5C}"/>
              </a:ext>
            </a:extLst>
          </p:cNvPr>
          <p:cNvSpPr>
            <a:spLocks noGrp="1"/>
          </p:cNvSpPr>
          <p:nvPr/>
        </p:nvSpPr>
        <p:spPr>
          <a:xfrm>
            <a:off x="419100" y="39814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7. BTG PACTUAL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FFBA38-A8E1-4E57-B086-E27F7920540D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5D8ACC-531A-4F79-8AE6-D6BB8C6D2038}"/>
              </a:ext>
            </a:extLst>
          </p:cNvPr>
          <p:cNvSpPr>
            <a:spLocks noGrp="1"/>
          </p:cNvSpPr>
          <p:nvPr/>
        </p:nvSpPr>
        <p:spPr>
          <a:xfrm>
            <a:off x="2114550" y="4019550"/>
            <a:ext cx="24901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1CBA89-F0AC-48C9-961A-E7EE05199028}"/>
              </a:ext>
            </a:extLst>
          </p:cNvPr>
          <p:cNvSpPr>
            <a:spLocks noGrp="1"/>
          </p:cNvSpPr>
          <p:nvPr/>
        </p:nvSpPr>
        <p:spPr>
          <a:xfrm>
            <a:off x="4467225" y="39719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313AF9B-664B-4099-81BF-2D09DB528CC9}"/>
              </a:ext>
            </a:extLst>
          </p:cNvPr>
          <p:cNvSpPr>
            <a:spLocks noGrp="1"/>
          </p:cNvSpPr>
          <p:nvPr/>
        </p:nvSpPr>
        <p:spPr>
          <a:xfrm>
            <a:off x="419100" y="42291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8. VOLKSWAGEN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946F7E-366B-477C-8BA2-28AC042FED0F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D8EA21-C358-410E-9DB8-DF7D6061C1FA}"/>
              </a:ext>
            </a:extLst>
          </p:cNvPr>
          <p:cNvSpPr>
            <a:spLocks noGrp="1"/>
          </p:cNvSpPr>
          <p:nvPr/>
        </p:nvSpPr>
        <p:spPr>
          <a:xfrm>
            <a:off x="2114550" y="4267200"/>
            <a:ext cx="225945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01C369-8651-45A8-A872-9B319D8105C2}"/>
              </a:ext>
            </a:extLst>
          </p:cNvPr>
          <p:cNvSpPr>
            <a:spLocks noGrp="1"/>
          </p:cNvSpPr>
          <p:nvPr/>
        </p:nvSpPr>
        <p:spPr>
          <a:xfrm>
            <a:off x="4467225" y="42195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R$ 2,6bi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0CBFFF1-324E-4E48-837B-D335E8D43FE1}"/>
              </a:ext>
            </a:extLst>
          </p:cNvPr>
          <p:cNvSpPr>
            <a:spLocks noGrp="1"/>
          </p:cNvSpPr>
          <p:nvPr/>
        </p:nvSpPr>
        <p:spPr>
          <a:xfrm>
            <a:off x="419100" y="44767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9. PICPAY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A05115E-CFA9-4970-85DD-E65034B448A8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1A190D9-9818-456F-AC6C-083D0C6E4F75}"/>
              </a:ext>
            </a:extLst>
          </p:cNvPr>
          <p:cNvSpPr>
            <a:spLocks noGrp="1"/>
          </p:cNvSpPr>
          <p:nvPr/>
        </p:nvSpPr>
        <p:spPr>
          <a:xfrm>
            <a:off x="2114550" y="4514850"/>
            <a:ext cx="189579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F1C94D4-3839-45C7-9809-9AD43214B477}"/>
              </a:ext>
            </a:extLst>
          </p:cNvPr>
          <p:cNvSpPr>
            <a:spLocks noGrp="1"/>
          </p:cNvSpPr>
          <p:nvPr/>
        </p:nvSpPr>
        <p:spPr>
          <a:xfrm>
            <a:off x="4467225" y="44672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1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159259D-561D-4DE8-A1C6-21B4F821C51A}"/>
              </a:ext>
            </a:extLst>
          </p:cNvPr>
          <p:cNvSpPr>
            <a:spLocks noGrp="1"/>
          </p:cNvSpPr>
          <p:nvPr/>
        </p:nvSpPr>
        <p:spPr>
          <a:xfrm>
            <a:off x="419100" y="47244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10. CAIXA CEF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1F8EC55-491C-4136-8354-A2373F3A6AC1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6D6E52E-888F-4D01-A975-FC376A3DDD5B}"/>
              </a:ext>
            </a:extLst>
          </p:cNvPr>
          <p:cNvSpPr>
            <a:spLocks noGrp="1"/>
          </p:cNvSpPr>
          <p:nvPr/>
        </p:nvSpPr>
        <p:spPr>
          <a:xfrm>
            <a:off x="2114550" y="4762500"/>
            <a:ext cx="183388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F98F645-A6E3-469D-9BD9-F002AC55680E}"/>
              </a:ext>
            </a:extLst>
          </p:cNvPr>
          <p:cNvSpPr>
            <a:spLocks noGrp="1"/>
          </p:cNvSpPr>
          <p:nvPr/>
        </p:nvSpPr>
        <p:spPr>
          <a:xfrm>
            <a:off x="4467225" y="47148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R$ 2,1bi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A88F0B-E657-476D-A805-60CB96D3BF67}"/>
              </a:ext>
            </a:extLst>
          </p:cNvPr>
          <p:cNvSpPr>
            <a:spLocks noGrp="1"/>
          </p:cNvSpPr>
          <p:nvPr/>
        </p:nvSpPr>
        <p:spPr>
          <a:xfrm>
            <a:off x="419100" y="497205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11. NU PAGAMENTOS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54F3EEF-28E3-42CA-8A7E-A339A7E77DBA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975A720-EF7F-4083-B7D3-036A2BF9C276}"/>
              </a:ext>
            </a:extLst>
          </p:cNvPr>
          <p:cNvSpPr>
            <a:spLocks noGrp="1"/>
          </p:cNvSpPr>
          <p:nvPr/>
        </p:nvSpPr>
        <p:spPr>
          <a:xfrm>
            <a:off x="2114550" y="5010150"/>
            <a:ext cx="163874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07C00D6-8EAD-4A41-BD45-AF10F5F1AC58}"/>
              </a:ext>
            </a:extLst>
          </p:cNvPr>
          <p:cNvSpPr>
            <a:spLocks noGrp="1"/>
          </p:cNvSpPr>
          <p:nvPr/>
        </p:nvSpPr>
        <p:spPr>
          <a:xfrm>
            <a:off x="4467225" y="496252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1851447-3A76-4C37-A21D-019FCB7F183F}"/>
              </a:ext>
            </a:extLst>
          </p:cNvPr>
          <p:cNvSpPr>
            <a:spLocks noGrp="1"/>
          </p:cNvSpPr>
          <p:nvPr/>
        </p:nvSpPr>
        <p:spPr>
          <a:xfrm>
            <a:off x="419100" y="5219700"/>
            <a:ext cx="1695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66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12. CITIBANK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4CF6717-BB76-4FF1-BFA1-05E899B64C9E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2266950" cy="104775"/>
          </a:xfrm>
          <a:prstGeom prst="rect">
            <a:avLst/>
          </a:prstGeom>
          <a:solidFill>
            <a:srgbClr val="ECEC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80AF177-1926-4E29-9A69-83A11A699E82}"/>
              </a:ext>
            </a:extLst>
          </p:cNvPr>
          <p:cNvSpPr>
            <a:spLocks noGrp="1"/>
          </p:cNvSpPr>
          <p:nvPr/>
        </p:nvSpPr>
        <p:spPr>
          <a:xfrm>
            <a:off x="2114550" y="5257800"/>
            <a:ext cx="123460" cy="104775"/>
          </a:xfrm>
          <a:prstGeom prst="rect">
            <a:avLst/>
          </a:prstGeom>
          <a:solidFill>
            <a:srgbClr val="EC700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03DE599-8625-40FB-992D-C9F963FB035C}"/>
              </a:ext>
            </a:extLst>
          </p:cNvPr>
          <p:cNvSpPr>
            <a:spLocks noGrp="1"/>
          </p:cNvSpPr>
          <p:nvPr/>
        </p:nvSpPr>
        <p:spPr>
          <a:xfrm>
            <a:off x="4467225" y="5210175"/>
            <a:ext cx="819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5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65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D397664-8655-4B7D-B1A6-C2C3BF227B6D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93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Ponte por instituição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548E29-4B6A-4755-8216-3730EA68619F}"/>
              </a:ext>
            </a:extLst>
          </p:cNvPr>
          <p:cNvSpPr>
            <a:spLocks noGrp="1"/>
          </p:cNvSpPr>
          <p:nvPr/>
        </p:nvSpPr>
        <p:spPr>
          <a:xfrm>
            <a:off x="5810250" y="2333625"/>
            <a:ext cx="493395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3A3A061-8333-4C8B-92CC-18D9C4F87BB8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4562475" cy="266700"/>
          </a:xfrm>
          <a:prstGeom prst="rect">
            <a:avLst/>
          </a:prstGeom>
          <a:solidFill>
            <a:srgbClr val="17171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6703FC-58F5-479C-AF08-542FF06E3A2F}"/>
              </a:ext>
            </a:extLst>
          </p:cNvPr>
          <p:cNvSpPr>
            <a:spLocks noGrp="1"/>
          </p:cNvSpPr>
          <p:nvPr/>
        </p:nvSpPr>
        <p:spPr>
          <a:xfrm>
            <a:off x="5857875" y="2543175"/>
            <a:ext cx="1447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52CD9D-5A64-4935-B7CE-98037C926954}"/>
              </a:ext>
            </a:extLst>
          </p:cNvPr>
          <p:cNvSpPr>
            <a:spLocks noGrp="1"/>
          </p:cNvSpPr>
          <p:nvPr/>
        </p:nvSpPr>
        <p:spPr>
          <a:xfrm>
            <a:off x="7400925" y="2543175"/>
            <a:ext cx="7239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ΔPL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B2AE37B-2CF0-4ECB-B089-3543197CDD43}"/>
              </a:ext>
            </a:extLst>
          </p:cNvPr>
          <p:cNvSpPr>
            <a:spLocks noGrp="1"/>
          </p:cNvSpPr>
          <p:nvPr/>
        </p:nvSpPr>
        <p:spPr>
          <a:xfrm>
            <a:off x="8220075" y="2543175"/>
            <a:ext cx="685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4D145B2-AFDE-4E16-918F-A2F86D1A1651}"/>
              </a:ext>
            </a:extLst>
          </p:cNvPr>
          <p:cNvSpPr>
            <a:spLocks noGrp="1"/>
          </p:cNvSpPr>
          <p:nvPr/>
        </p:nvSpPr>
        <p:spPr>
          <a:xfrm>
            <a:off x="9001125" y="2543175"/>
            <a:ext cx="800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ΔPL-LL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5112CCF-5A85-409D-99D2-FD6E74173B64}"/>
              </a:ext>
            </a:extLst>
          </p:cNvPr>
          <p:cNvSpPr>
            <a:spLocks noGrp="1"/>
          </p:cNvSpPr>
          <p:nvPr/>
        </p:nvSpPr>
        <p:spPr>
          <a:xfrm>
            <a:off x="9896475" y="2543175"/>
            <a:ext cx="4286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7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% LL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4E9F6D3-DE9A-4776-814F-A12CC7791345}"/>
              </a:ext>
            </a:extLst>
          </p:cNvPr>
          <p:cNvSpPr>
            <a:spLocks noGrp="1"/>
          </p:cNvSpPr>
          <p:nvPr/>
        </p:nvSpPr>
        <p:spPr>
          <a:xfrm>
            <a:off x="5810250" y="274320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BB08BBB-F2FE-4A3D-8754-A30D47544733}"/>
              </a:ext>
            </a:extLst>
          </p:cNvPr>
          <p:cNvSpPr>
            <a:spLocks noGrp="1"/>
          </p:cNvSpPr>
          <p:nvPr/>
        </p:nvSpPr>
        <p:spPr>
          <a:xfrm>
            <a:off x="5857875" y="28003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BNDES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E2E7C72-BD1F-4023-8680-68BF36924314}"/>
              </a:ext>
            </a:extLst>
          </p:cNvPr>
          <p:cNvSpPr>
            <a:spLocks noGrp="1"/>
          </p:cNvSpPr>
          <p:nvPr/>
        </p:nvSpPr>
        <p:spPr>
          <a:xfrm>
            <a:off x="7400925" y="28003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R$ 29,3bi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544B019-4176-4CBE-BAA6-4094512FAE19}"/>
              </a:ext>
            </a:extLst>
          </p:cNvPr>
          <p:cNvSpPr>
            <a:spLocks noGrp="1"/>
          </p:cNvSpPr>
          <p:nvPr/>
        </p:nvSpPr>
        <p:spPr>
          <a:xfrm>
            <a:off x="8220075" y="28003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15D81CF-A00A-40B4-94C6-F39E1DE892E9}"/>
              </a:ext>
            </a:extLst>
          </p:cNvPr>
          <p:cNvSpPr>
            <a:spLocks noGrp="1"/>
          </p:cNvSpPr>
          <p:nvPr/>
        </p:nvSpPr>
        <p:spPr>
          <a:xfrm>
            <a:off x="9001125" y="28003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R$ 25,8bi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AD8C775-B11F-440C-B4F3-3A27B275C66F}"/>
              </a:ext>
            </a:extLst>
          </p:cNvPr>
          <p:cNvSpPr>
            <a:spLocks noGrp="1"/>
          </p:cNvSpPr>
          <p:nvPr/>
        </p:nvSpPr>
        <p:spPr>
          <a:xfrm>
            <a:off x="9896475" y="280035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11,8%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A3EB98D-4008-426A-A3CD-B21FFB28F186}"/>
              </a:ext>
            </a:extLst>
          </p:cNvPr>
          <p:cNvSpPr>
            <a:spLocks noGrp="1"/>
          </p:cNvSpPr>
          <p:nvPr/>
        </p:nvSpPr>
        <p:spPr>
          <a:xfrm>
            <a:off x="5810250" y="298132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DA2CB45-A7D5-4341-B972-E30C5C7E3328}"/>
              </a:ext>
            </a:extLst>
          </p:cNvPr>
          <p:cNvSpPr>
            <a:spLocks noGrp="1"/>
          </p:cNvSpPr>
          <p:nvPr/>
        </p:nvSpPr>
        <p:spPr>
          <a:xfrm>
            <a:off x="5857875" y="303847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ITAU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9A59C74-9D6D-4C7B-B55F-D51F11BA9595}"/>
              </a:ext>
            </a:extLst>
          </p:cNvPr>
          <p:cNvSpPr>
            <a:spLocks noGrp="1"/>
          </p:cNvSpPr>
          <p:nvPr/>
        </p:nvSpPr>
        <p:spPr>
          <a:xfrm>
            <a:off x="7400925" y="30384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R$ 16,6bi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4DFF00A-EAA1-4083-AB73-71974428A625}"/>
              </a:ext>
            </a:extLst>
          </p:cNvPr>
          <p:cNvSpPr>
            <a:spLocks noGrp="1"/>
          </p:cNvSpPr>
          <p:nvPr/>
        </p:nvSpPr>
        <p:spPr>
          <a:xfrm>
            <a:off x="8220075" y="30384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R$ 12,2bi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F61E9D2-D697-4368-B1F9-105C1C3E6E7B}"/>
              </a:ext>
            </a:extLst>
          </p:cNvPr>
          <p:cNvSpPr>
            <a:spLocks noGrp="1"/>
          </p:cNvSpPr>
          <p:nvPr/>
        </p:nvSpPr>
        <p:spPr>
          <a:xfrm>
            <a:off x="9001125" y="303847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R$ 4,5bi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1F9B702-EC65-40E7-BE9E-6C7067B57F58}"/>
              </a:ext>
            </a:extLst>
          </p:cNvPr>
          <p:cNvSpPr>
            <a:spLocks noGrp="1"/>
          </p:cNvSpPr>
          <p:nvPr/>
        </p:nvSpPr>
        <p:spPr>
          <a:xfrm>
            <a:off x="9896475" y="303847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73,1%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64707E1-1C36-4BE4-BF5C-3864A1770895}"/>
              </a:ext>
            </a:extLst>
          </p:cNvPr>
          <p:cNvSpPr>
            <a:spLocks noGrp="1"/>
          </p:cNvSpPr>
          <p:nvPr/>
        </p:nvSpPr>
        <p:spPr>
          <a:xfrm>
            <a:off x="5810250" y="321945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29D99BD-01F2-47BD-9103-F8E897101295}"/>
              </a:ext>
            </a:extLst>
          </p:cNvPr>
          <p:cNvSpPr>
            <a:spLocks noGrp="1"/>
          </p:cNvSpPr>
          <p:nvPr/>
        </p:nvSpPr>
        <p:spPr>
          <a:xfrm>
            <a:off x="5857875" y="32766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BCO CLASSICO S.A.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A3E2444-F50E-4E12-8A88-413E1B0D355C}"/>
              </a:ext>
            </a:extLst>
          </p:cNvPr>
          <p:cNvSpPr>
            <a:spLocks noGrp="1"/>
          </p:cNvSpPr>
          <p:nvPr/>
        </p:nvSpPr>
        <p:spPr>
          <a:xfrm>
            <a:off x="7400925" y="3276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1DD392E-8A6B-4D50-A68F-248B59528FB2}"/>
              </a:ext>
            </a:extLst>
          </p:cNvPr>
          <p:cNvSpPr>
            <a:spLocks noGrp="1"/>
          </p:cNvSpPr>
          <p:nvPr/>
        </p:nvSpPr>
        <p:spPr>
          <a:xfrm>
            <a:off x="8220075" y="3276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-R$ 1,2mi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9FBD513-9F5F-4281-8A45-23627176EBE4}"/>
              </a:ext>
            </a:extLst>
          </p:cNvPr>
          <p:cNvSpPr>
            <a:spLocks noGrp="1"/>
          </p:cNvSpPr>
          <p:nvPr/>
        </p:nvSpPr>
        <p:spPr>
          <a:xfrm>
            <a:off x="9001125" y="3276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R$ 3,5bi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6ADA6C3-D466-4BB4-AC5A-A66EFCD837F4}"/>
              </a:ext>
            </a:extLst>
          </p:cNvPr>
          <p:cNvSpPr>
            <a:spLocks noGrp="1"/>
          </p:cNvSpPr>
          <p:nvPr/>
        </p:nvSpPr>
        <p:spPr>
          <a:xfrm>
            <a:off x="9896475" y="327660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-0,0%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100931E-7C9A-4160-997A-08CF05CD959B}"/>
              </a:ext>
            </a:extLst>
          </p:cNvPr>
          <p:cNvSpPr>
            <a:spLocks noGrp="1"/>
          </p:cNvSpPr>
          <p:nvPr/>
        </p:nvSpPr>
        <p:spPr>
          <a:xfrm>
            <a:off x="5810250" y="345757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1AA885E-AAD6-4E18-9BBA-1AE473F49AD0}"/>
              </a:ext>
            </a:extLst>
          </p:cNvPr>
          <p:cNvSpPr>
            <a:spLocks noGrp="1"/>
          </p:cNvSpPr>
          <p:nvPr/>
        </p:nvSpPr>
        <p:spPr>
          <a:xfrm>
            <a:off x="5857875" y="351472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BRADESCO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DE5476F-6977-4D36-BF3A-EEA623C227DF}"/>
              </a:ext>
            </a:extLst>
          </p:cNvPr>
          <p:cNvSpPr>
            <a:spLocks noGrp="1"/>
          </p:cNvSpPr>
          <p:nvPr/>
        </p:nvSpPr>
        <p:spPr>
          <a:xfrm>
            <a:off x="7400925" y="351472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R$ 8,5bi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E541134-BB77-4AED-A50C-449BAD3080B3}"/>
              </a:ext>
            </a:extLst>
          </p:cNvPr>
          <p:cNvSpPr>
            <a:spLocks noGrp="1"/>
          </p:cNvSpPr>
          <p:nvPr/>
        </p:nvSpPr>
        <p:spPr>
          <a:xfrm>
            <a:off x="8220075" y="351472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R$ 5,0bi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BC3DB1D-E0EE-4940-93BF-76618023BE12}"/>
              </a:ext>
            </a:extLst>
          </p:cNvPr>
          <p:cNvSpPr>
            <a:spLocks noGrp="1"/>
          </p:cNvSpPr>
          <p:nvPr/>
        </p:nvSpPr>
        <p:spPr>
          <a:xfrm>
            <a:off x="9001125" y="351472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E6F6DE0-446B-47B9-83C9-1368BDD7C96C}"/>
              </a:ext>
            </a:extLst>
          </p:cNvPr>
          <p:cNvSpPr>
            <a:spLocks noGrp="1"/>
          </p:cNvSpPr>
          <p:nvPr/>
        </p:nvSpPr>
        <p:spPr>
          <a:xfrm>
            <a:off x="9896475" y="351472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59,5%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3E43C1B-B69A-4E90-B6C3-946632E4BFC2}"/>
              </a:ext>
            </a:extLst>
          </p:cNvPr>
          <p:cNvSpPr>
            <a:spLocks noGrp="1"/>
          </p:cNvSpPr>
          <p:nvPr/>
        </p:nvSpPr>
        <p:spPr>
          <a:xfrm>
            <a:off x="5810250" y="369570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1BEB167-FF54-45AA-8DC7-251AA52E7473}"/>
              </a:ext>
            </a:extLst>
          </p:cNvPr>
          <p:cNvSpPr>
            <a:spLocks noGrp="1"/>
          </p:cNvSpPr>
          <p:nvPr/>
        </p:nvSpPr>
        <p:spPr>
          <a:xfrm>
            <a:off x="5857875" y="37528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CLOUDWALK IP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984CA31-C66B-4116-BA2E-89BC5C9933EF}"/>
              </a:ext>
            </a:extLst>
          </p:cNvPr>
          <p:cNvSpPr>
            <a:spLocks noGrp="1"/>
          </p:cNvSpPr>
          <p:nvPr/>
        </p:nvSpPr>
        <p:spPr>
          <a:xfrm>
            <a:off x="7400925" y="37528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R$ 3,6bi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98D86D8-AAD9-4233-ACCA-B0E5852B21A1}"/>
              </a:ext>
            </a:extLst>
          </p:cNvPr>
          <p:cNvSpPr>
            <a:spLocks noGrp="1"/>
          </p:cNvSpPr>
          <p:nvPr/>
        </p:nvSpPr>
        <p:spPr>
          <a:xfrm>
            <a:off x="8220075" y="37528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R$ 273,3mi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681496EE-C4DE-4368-A5EF-9F5E1ABF25C7}"/>
              </a:ext>
            </a:extLst>
          </p:cNvPr>
          <p:cNvSpPr>
            <a:spLocks noGrp="1"/>
          </p:cNvSpPr>
          <p:nvPr/>
        </p:nvSpPr>
        <p:spPr>
          <a:xfrm>
            <a:off x="9001125" y="37528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R$ 3,4bi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900C764-1AC2-4E89-9309-9745ACEE8678}"/>
              </a:ext>
            </a:extLst>
          </p:cNvPr>
          <p:cNvSpPr>
            <a:spLocks noGrp="1"/>
          </p:cNvSpPr>
          <p:nvPr/>
        </p:nvSpPr>
        <p:spPr>
          <a:xfrm>
            <a:off x="9896475" y="375285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7,5%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8B01867-746F-4625-9398-642090F3B788}"/>
              </a:ext>
            </a:extLst>
          </p:cNvPr>
          <p:cNvSpPr>
            <a:spLocks noGrp="1"/>
          </p:cNvSpPr>
          <p:nvPr/>
        </p:nvSpPr>
        <p:spPr>
          <a:xfrm>
            <a:off x="5810250" y="393382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28A5647-35A2-4912-9BBE-324C2FDE7768}"/>
              </a:ext>
            </a:extLst>
          </p:cNvPr>
          <p:cNvSpPr>
            <a:spLocks noGrp="1"/>
          </p:cNvSpPr>
          <p:nvPr/>
        </p:nvSpPr>
        <p:spPr>
          <a:xfrm>
            <a:off x="5857875" y="399097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BB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EA80E09-F28B-42E3-9B9D-9CAA8A13EB6C}"/>
              </a:ext>
            </a:extLst>
          </p:cNvPr>
          <p:cNvSpPr>
            <a:spLocks noGrp="1"/>
          </p:cNvSpPr>
          <p:nvPr/>
        </p:nvSpPr>
        <p:spPr>
          <a:xfrm>
            <a:off x="7400925" y="39909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R$ 6,3bi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0D1D6BC-8E01-4B5A-93F3-845022089FA9}"/>
              </a:ext>
            </a:extLst>
          </p:cNvPr>
          <p:cNvSpPr>
            <a:spLocks noGrp="1"/>
          </p:cNvSpPr>
          <p:nvPr/>
        </p:nvSpPr>
        <p:spPr>
          <a:xfrm>
            <a:off x="8220075" y="39909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R$ 3,2bi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ABF97FF-E437-41E1-B4AD-F9F094F0B19C}"/>
              </a:ext>
            </a:extLst>
          </p:cNvPr>
          <p:cNvSpPr>
            <a:spLocks noGrp="1"/>
          </p:cNvSpPr>
          <p:nvPr/>
        </p:nvSpPr>
        <p:spPr>
          <a:xfrm>
            <a:off x="9001125" y="399097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E87FE95-89D9-4CA8-9B94-C27485E5569A}"/>
              </a:ext>
            </a:extLst>
          </p:cNvPr>
          <p:cNvSpPr>
            <a:spLocks noGrp="1"/>
          </p:cNvSpPr>
          <p:nvPr/>
        </p:nvSpPr>
        <p:spPr>
          <a:xfrm>
            <a:off x="9896475" y="399097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50,6%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4D119AC-A9B5-440E-9061-D46D9D3C1A61}"/>
              </a:ext>
            </a:extLst>
          </p:cNvPr>
          <p:cNvSpPr>
            <a:spLocks noGrp="1"/>
          </p:cNvSpPr>
          <p:nvPr/>
        </p:nvSpPr>
        <p:spPr>
          <a:xfrm>
            <a:off x="5810250" y="417195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EE9D399-6E0A-417E-B9D0-14ABD165FA1C}"/>
              </a:ext>
            </a:extLst>
          </p:cNvPr>
          <p:cNvSpPr>
            <a:spLocks noGrp="1"/>
          </p:cNvSpPr>
          <p:nvPr/>
        </p:nvSpPr>
        <p:spPr>
          <a:xfrm>
            <a:off x="5857875" y="42291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BTG PACTUAL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9935FEC-65FA-4968-854F-7E3D969F0B6A}"/>
              </a:ext>
            </a:extLst>
          </p:cNvPr>
          <p:cNvSpPr>
            <a:spLocks noGrp="1"/>
          </p:cNvSpPr>
          <p:nvPr/>
        </p:nvSpPr>
        <p:spPr>
          <a:xfrm>
            <a:off x="7400925" y="42291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R$ 7,4bi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2CD657F-83A8-4C72-92BC-76E5CFBBD75C}"/>
              </a:ext>
            </a:extLst>
          </p:cNvPr>
          <p:cNvSpPr>
            <a:spLocks noGrp="1"/>
          </p:cNvSpPr>
          <p:nvPr/>
        </p:nvSpPr>
        <p:spPr>
          <a:xfrm>
            <a:off x="8220075" y="42291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R$ 4,6bi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C617C93-36BF-4143-A695-BA7E95E498DD}"/>
              </a:ext>
            </a:extLst>
          </p:cNvPr>
          <p:cNvSpPr>
            <a:spLocks noGrp="1"/>
          </p:cNvSpPr>
          <p:nvPr/>
        </p:nvSpPr>
        <p:spPr>
          <a:xfrm>
            <a:off x="9001125" y="42291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R$ 2,8bi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AEC87B5-38D7-4389-81D2-F1E607FABD2A}"/>
              </a:ext>
            </a:extLst>
          </p:cNvPr>
          <p:cNvSpPr>
            <a:spLocks noGrp="1"/>
          </p:cNvSpPr>
          <p:nvPr/>
        </p:nvSpPr>
        <p:spPr>
          <a:xfrm>
            <a:off x="9896475" y="422910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61,7%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BFB0C4C-B10C-42CA-9608-9FDF05515C42}"/>
              </a:ext>
            </a:extLst>
          </p:cNvPr>
          <p:cNvSpPr>
            <a:spLocks noGrp="1"/>
          </p:cNvSpPr>
          <p:nvPr/>
        </p:nvSpPr>
        <p:spPr>
          <a:xfrm>
            <a:off x="5810250" y="441007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E1D0675-4F34-4F6B-B4C6-45BA99779B0E}"/>
              </a:ext>
            </a:extLst>
          </p:cNvPr>
          <p:cNvSpPr>
            <a:spLocks noGrp="1"/>
          </p:cNvSpPr>
          <p:nvPr/>
        </p:nvSpPr>
        <p:spPr>
          <a:xfrm>
            <a:off x="5857875" y="446722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VOLKSWAGEN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053F3FA-567A-4CEA-9B7F-67C01F2F8C41}"/>
              </a:ext>
            </a:extLst>
          </p:cNvPr>
          <p:cNvSpPr>
            <a:spLocks noGrp="1"/>
          </p:cNvSpPr>
          <p:nvPr/>
        </p:nvSpPr>
        <p:spPr>
          <a:xfrm>
            <a:off x="7400925" y="446722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R$ 2,5bi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EB6009D-BDEF-4DF2-8AA3-C4DDF2D36308}"/>
              </a:ext>
            </a:extLst>
          </p:cNvPr>
          <p:cNvSpPr>
            <a:spLocks noGrp="1"/>
          </p:cNvSpPr>
          <p:nvPr/>
        </p:nvSpPr>
        <p:spPr>
          <a:xfrm>
            <a:off x="8220075" y="446722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-R$ 111,9mi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E84E46A-0718-4D81-BCDA-63A9E11B43FF}"/>
              </a:ext>
            </a:extLst>
          </p:cNvPr>
          <p:cNvSpPr>
            <a:spLocks noGrp="1"/>
          </p:cNvSpPr>
          <p:nvPr/>
        </p:nvSpPr>
        <p:spPr>
          <a:xfrm>
            <a:off x="9001125" y="446722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R$ 2,6bi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C83A04D-BF6D-4062-8AD2-C20A24DD66D7}"/>
              </a:ext>
            </a:extLst>
          </p:cNvPr>
          <p:cNvSpPr>
            <a:spLocks noGrp="1"/>
          </p:cNvSpPr>
          <p:nvPr/>
        </p:nvSpPr>
        <p:spPr>
          <a:xfrm>
            <a:off x="9896475" y="446722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-4,5%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70B258A-49D5-4172-80FA-31812221F56C}"/>
              </a:ext>
            </a:extLst>
          </p:cNvPr>
          <p:cNvSpPr>
            <a:spLocks noGrp="1"/>
          </p:cNvSpPr>
          <p:nvPr/>
        </p:nvSpPr>
        <p:spPr>
          <a:xfrm>
            <a:off x="5810250" y="464820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2E88779-D162-4ECD-83FF-353C825D574D}"/>
              </a:ext>
            </a:extLst>
          </p:cNvPr>
          <p:cNvSpPr>
            <a:spLocks noGrp="1"/>
          </p:cNvSpPr>
          <p:nvPr/>
        </p:nvSpPr>
        <p:spPr>
          <a:xfrm>
            <a:off x="5857875" y="470535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PICPAY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A86ABA5-3997-4D85-B540-C3FFCEAE327F}"/>
              </a:ext>
            </a:extLst>
          </p:cNvPr>
          <p:cNvSpPr>
            <a:spLocks noGrp="1"/>
          </p:cNvSpPr>
          <p:nvPr/>
        </p:nvSpPr>
        <p:spPr>
          <a:xfrm>
            <a:off x="7400925" y="47053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R$ 2,3bi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CDCFB83-EB53-4992-9FF9-77473F8753BB}"/>
              </a:ext>
            </a:extLst>
          </p:cNvPr>
          <p:cNvSpPr>
            <a:spLocks noGrp="1"/>
          </p:cNvSpPr>
          <p:nvPr/>
        </p:nvSpPr>
        <p:spPr>
          <a:xfrm>
            <a:off x="8220075" y="470535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R$ 107,1mi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B3B438F-8EA1-492A-A998-5E34D6646C5D}"/>
              </a:ext>
            </a:extLst>
          </p:cNvPr>
          <p:cNvSpPr>
            <a:spLocks noGrp="1"/>
          </p:cNvSpPr>
          <p:nvPr/>
        </p:nvSpPr>
        <p:spPr>
          <a:xfrm>
            <a:off x="9001125" y="470535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R$ 2,2bi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3E972A6-51AB-4BC3-8782-AFF1DA685BB3}"/>
              </a:ext>
            </a:extLst>
          </p:cNvPr>
          <p:cNvSpPr>
            <a:spLocks noGrp="1"/>
          </p:cNvSpPr>
          <p:nvPr/>
        </p:nvSpPr>
        <p:spPr>
          <a:xfrm>
            <a:off x="9896475" y="470535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1">
                <a:solidFill>
                  <a:srgbClr val="B653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B65300"/>
                </a:solidFill>
                <a:latin typeface="Aptos"/>
                <a:ea typeface="Aptos"/>
                <a:cs typeface="Aptos"/>
              </a:rPr>
              <a:t>4,7%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618A268-9513-4817-A673-11110914E222}"/>
              </a:ext>
            </a:extLst>
          </p:cNvPr>
          <p:cNvSpPr>
            <a:spLocks noGrp="1"/>
          </p:cNvSpPr>
          <p:nvPr/>
        </p:nvSpPr>
        <p:spPr>
          <a:xfrm>
            <a:off x="5810250" y="488632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553BA4F-2710-4A22-BC05-53C537A6E70D}"/>
              </a:ext>
            </a:extLst>
          </p:cNvPr>
          <p:cNvSpPr>
            <a:spLocks noGrp="1"/>
          </p:cNvSpPr>
          <p:nvPr/>
        </p:nvSpPr>
        <p:spPr>
          <a:xfrm>
            <a:off x="5857875" y="494347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CAIXA ECONÔMICA FEDERAL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AB0CBD3-FD68-440E-A8D1-52CEF007CFD8}"/>
              </a:ext>
            </a:extLst>
          </p:cNvPr>
          <p:cNvSpPr>
            <a:spLocks noGrp="1"/>
          </p:cNvSpPr>
          <p:nvPr/>
        </p:nvSpPr>
        <p:spPr>
          <a:xfrm>
            <a:off x="7400925" y="494347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R$ 5,2bi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0C729E0-48F8-4088-96CD-C8983861367C}"/>
              </a:ext>
            </a:extLst>
          </p:cNvPr>
          <p:cNvSpPr>
            <a:spLocks noGrp="1"/>
          </p:cNvSpPr>
          <p:nvPr/>
        </p:nvSpPr>
        <p:spPr>
          <a:xfrm>
            <a:off x="8220075" y="494347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R$ 3,1bi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25CA32E-4F18-40DC-AE02-0390EB9D9971}"/>
              </a:ext>
            </a:extLst>
          </p:cNvPr>
          <p:cNvSpPr>
            <a:spLocks noGrp="1"/>
          </p:cNvSpPr>
          <p:nvPr/>
        </p:nvSpPr>
        <p:spPr>
          <a:xfrm>
            <a:off x="9001125" y="494347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R$ 2,1bi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84A0A9E-2F77-4580-9D61-303B03E7D785}"/>
              </a:ext>
            </a:extLst>
          </p:cNvPr>
          <p:cNvSpPr>
            <a:spLocks noGrp="1"/>
          </p:cNvSpPr>
          <p:nvPr/>
        </p:nvSpPr>
        <p:spPr>
          <a:xfrm>
            <a:off x="9896475" y="494347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59,7%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3FF74F8-5E06-44DA-B580-EE5AA5F88FDD}"/>
              </a:ext>
            </a:extLst>
          </p:cNvPr>
          <p:cNvSpPr>
            <a:spLocks noGrp="1"/>
          </p:cNvSpPr>
          <p:nvPr/>
        </p:nvSpPr>
        <p:spPr>
          <a:xfrm>
            <a:off x="5810250" y="5124450"/>
            <a:ext cx="4562475" cy="238125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4605BF3-72AF-428D-829E-8C918ED538C0}"/>
              </a:ext>
            </a:extLst>
          </p:cNvPr>
          <p:cNvSpPr>
            <a:spLocks noGrp="1"/>
          </p:cNvSpPr>
          <p:nvPr/>
        </p:nvSpPr>
        <p:spPr>
          <a:xfrm>
            <a:off x="5857875" y="51816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NU PAGAMENTOS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83D8B8F-8E8B-4590-A147-18F99A6B7582}"/>
              </a:ext>
            </a:extLst>
          </p:cNvPr>
          <p:cNvSpPr>
            <a:spLocks noGrp="1"/>
          </p:cNvSpPr>
          <p:nvPr/>
        </p:nvSpPr>
        <p:spPr>
          <a:xfrm>
            <a:off x="7400925" y="518160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R$ 3,3bi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634D09E-BB56-497A-B848-1EEFDB8337BF}"/>
              </a:ext>
            </a:extLst>
          </p:cNvPr>
          <p:cNvSpPr>
            <a:spLocks noGrp="1"/>
          </p:cNvSpPr>
          <p:nvPr/>
        </p:nvSpPr>
        <p:spPr>
          <a:xfrm>
            <a:off x="8220075" y="5181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4B1FAF4-CCBE-4BF3-BD29-DAEFC6884F96}"/>
              </a:ext>
            </a:extLst>
          </p:cNvPr>
          <p:cNvSpPr>
            <a:spLocks noGrp="1"/>
          </p:cNvSpPr>
          <p:nvPr/>
        </p:nvSpPr>
        <p:spPr>
          <a:xfrm>
            <a:off x="9001125" y="5181600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R$ 1,9bi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546157F-8B1C-45F1-8D38-6EA694E10541}"/>
              </a:ext>
            </a:extLst>
          </p:cNvPr>
          <p:cNvSpPr>
            <a:spLocks noGrp="1"/>
          </p:cNvSpPr>
          <p:nvPr/>
        </p:nvSpPr>
        <p:spPr>
          <a:xfrm>
            <a:off x="9896475" y="5181600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43,2%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85B2032-7835-49CB-BD73-74239440FCCF}"/>
              </a:ext>
            </a:extLst>
          </p:cNvPr>
          <p:cNvSpPr>
            <a:spLocks noGrp="1"/>
          </p:cNvSpPr>
          <p:nvPr/>
        </p:nvSpPr>
        <p:spPr>
          <a:xfrm>
            <a:off x="5810250" y="5362575"/>
            <a:ext cx="4562475" cy="238125"/>
          </a:xfrm>
          <a:prstGeom prst="rect">
            <a:avLst/>
          </a:prstGeom>
          <a:solidFill>
            <a:srgbClr val="F7F7F7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B686CE4-9201-4810-9487-D5E823A0A319}"/>
              </a:ext>
            </a:extLst>
          </p:cNvPr>
          <p:cNvSpPr>
            <a:spLocks noGrp="1"/>
          </p:cNvSpPr>
          <p:nvPr/>
        </p:nvSpPr>
        <p:spPr>
          <a:xfrm>
            <a:off x="5857875" y="5419725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CITIBANK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5690969E-42F2-4764-BAFD-E1428ED29F70}"/>
              </a:ext>
            </a:extLst>
          </p:cNvPr>
          <p:cNvSpPr>
            <a:spLocks noGrp="1"/>
          </p:cNvSpPr>
          <p:nvPr/>
        </p:nvSpPr>
        <p:spPr>
          <a:xfrm>
            <a:off x="7400925" y="5419725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R$ 1,7bi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466104E-AB0F-469C-9983-CA1F0484D285}"/>
              </a:ext>
            </a:extLst>
          </p:cNvPr>
          <p:cNvSpPr>
            <a:spLocks noGrp="1"/>
          </p:cNvSpPr>
          <p:nvPr/>
        </p:nvSpPr>
        <p:spPr>
          <a:xfrm>
            <a:off x="8220075" y="5419725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R$ 340,4mi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6D384CC-EBB2-453C-A714-198657A845FB}"/>
              </a:ext>
            </a:extLst>
          </p:cNvPr>
          <p:cNvSpPr>
            <a:spLocks noGrp="1"/>
          </p:cNvSpPr>
          <p:nvPr/>
        </p:nvSpPr>
        <p:spPr>
          <a:xfrm>
            <a:off x="9001125" y="5419725"/>
            <a:ext cx="800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R$ 1,4bi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6411CA0-1A88-42C8-9C5C-4F552BC32309}"/>
              </a:ext>
            </a:extLst>
          </p:cNvPr>
          <p:cNvSpPr>
            <a:spLocks noGrp="1"/>
          </p:cNvSpPr>
          <p:nvPr/>
        </p:nvSpPr>
        <p:spPr>
          <a:xfrm>
            <a:off x="9896475" y="5419725"/>
            <a:ext cx="428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563" b="0">
                <a:solidFill>
                  <a:srgbClr val="30303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303030"/>
                </a:solidFill>
                <a:latin typeface="Aptos"/>
                <a:ea typeface="Aptos"/>
                <a:cs typeface="Aptos"/>
              </a:rPr>
              <a:t>19,5%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28FBAB0-F2BD-4F67-9FBC-B3FEB8683297}"/>
              </a:ext>
            </a:extLst>
          </p:cNvPr>
          <p:cNvSpPr>
            <a:spLocks noGrp="1"/>
          </p:cNvSpPr>
          <p:nvPr/>
        </p:nvSpPr>
        <p:spPr>
          <a:xfrm>
            <a:off x="419100" y="6076950"/>
            <a:ext cx="952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Residual positivo não prova aporte isoladamente; prova que o lucro líquido não explica integralmente o aumento de PL.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441AC29-3306-482E-9385-EE7367E3D54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0363200" cy="9525"/>
          </a:xfrm>
          <a:prstGeom prst="rect">
            <a:avLst/>
          </a:prstGeom>
          <a:solidFill>
            <a:srgbClr val="D7D7D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EBACFA1-EBAE-4B0D-8217-4DBE20D5715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942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6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Este estudo usou dados do tomaconta | BCB BLOPRUDENCIAL 4060 local | universo: PL Dez/25 &gt;= R$100 mi | valores em R$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A2DC205-F789-41BD-9D85-B9A74D19993B}"/>
              </a:ext>
            </a:extLst>
          </p:cNvPr>
          <p:cNvSpPr>
            <a:spLocks noGrp="1"/>
          </p:cNvSpPr>
          <p:nvPr/>
        </p:nvSpPr>
        <p:spPr>
          <a:xfrm>
            <a:off x="10810875" y="6486525"/>
            <a:ext cx="38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9595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595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82712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2224</Words>
  <Application>Microsoft Macintosh PowerPoint</Application>
  <DocSecurity>0</DocSecurity>
  <PresentationFormat>Widescreen</PresentationFormat>
  <Paragraphs>675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Matheus Prates</cp:lastModifiedBy>
  <cp:revision>1</cp:revision>
  <dcterms:created xsi:type="dcterms:W3CDTF">2026-06-03T21:46:43Z</dcterms:created>
  <dcterms:modified xsi:type="dcterms:W3CDTF">2026-06-03T21:50:27Z</dcterms:modified>
</cp:coreProperties>
</file>