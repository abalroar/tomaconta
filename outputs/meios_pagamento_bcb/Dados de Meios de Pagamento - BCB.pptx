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927098cf554802" /><Relationship Type="http://schemas.openxmlformats.org/officeDocument/2006/relationships/extended-properties" Target="/docProps/app.xml" Id="R5b7e120a7736457d" /><Relationship Type="http://schemas.openxmlformats.org/officeDocument/2006/relationships/officeDocument" Target="/ppt/presentation.xml" Id="R5a54e70ffe4342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fda463e7fc4906"/>
  </p:sldMasterIdLst>
  <p:notesMasterIdLst>
    <p:notesMasterId xmlns:r="http://schemas.openxmlformats.org/officeDocument/2006/relationships" r:id="R51efb058832c4308"/>
  </p:notesMasterIdLst>
  <p:sldIdLst>
    <p:sldId xmlns:r="http://schemas.openxmlformats.org/officeDocument/2006/relationships" id="256" r:id="R5144e94890cf44b5"/>
    <p:sldId xmlns:r="http://schemas.openxmlformats.org/officeDocument/2006/relationships" id="257" r:id="Rf223d8d344584358"/>
    <p:sldId xmlns:r="http://schemas.openxmlformats.org/officeDocument/2006/relationships" id="258" r:id="R3d5ee9d6abf54a66"/>
    <p:sldId xmlns:r="http://schemas.openxmlformats.org/officeDocument/2006/relationships" id="259" r:id="Reeb94df9b1a447d7"/>
    <p:sldId xmlns:r="http://schemas.openxmlformats.org/officeDocument/2006/relationships" id="260" r:id="R29cb6e9e19754da2"/>
    <p:sldId xmlns:r="http://schemas.openxmlformats.org/officeDocument/2006/relationships" id="261" r:id="R9d4556eb38ba41e4"/>
    <p:sldId xmlns:r="http://schemas.openxmlformats.org/officeDocument/2006/relationships" id="262" r:id="R8bfb44a8cc1b4e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67b77d5d394ac3" /><Relationship Type="http://schemas.openxmlformats.org/officeDocument/2006/relationships/slideMaster" Target="/ppt/slideMasters/slideMaster1.xml" Id="Rcbfda463e7fc4906" /><Relationship Type="http://schemas.openxmlformats.org/officeDocument/2006/relationships/notesMaster" Target="/ppt/notesMasters/notesMaster1.xml" Id="R51efb058832c4308" /><Relationship Type="http://schemas.openxmlformats.org/officeDocument/2006/relationships/presProps" Target="/ppt/presProps.xml" Id="R4f149bd9fc924b14" /><Relationship Type="http://schemas.openxmlformats.org/officeDocument/2006/relationships/tableStyles" Target="/ppt/tableStyles.xml" Id="R9ff45fd64fd94a53" /><Relationship Type="http://schemas.openxmlformats.org/officeDocument/2006/relationships/slide" Target="/ppt/slides/slide1.xml" Id="R5144e94890cf44b5" /><Relationship Type="http://schemas.openxmlformats.org/officeDocument/2006/relationships/slide" Target="/ppt/slides/slide2.xml" Id="Rf223d8d344584358" /><Relationship Type="http://schemas.openxmlformats.org/officeDocument/2006/relationships/slide" Target="/ppt/slides/slide3.xml" Id="R3d5ee9d6abf54a66" /><Relationship Type="http://schemas.openxmlformats.org/officeDocument/2006/relationships/slide" Target="/ppt/slides/slide4.xml" Id="Reeb94df9b1a447d7" /><Relationship Type="http://schemas.openxmlformats.org/officeDocument/2006/relationships/slide" Target="/ppt/slides/slide5.xml" Id="R29cb6e9e19754da2" /><Relationship Type="http://schemas.openxmlformats.org/officeDocument/2006/relationships/slide" Target="/ppt/slides/slide6.xml" Id="R9d4556eb38ba41e4" /><Relationship Type="http://schemas.openxmlformats.org/officeDocument/2006/relationships/slide" Target="/ppt/slides/slide7.xml" Id="R8bfb44a8cc1b4e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06fbabc54248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24f5d0bc114daa" /><Relationship Type="http://schemas.openxmlformats.org/officeDocument/2006/relationships/notesMaster" Target="/ppt/notesMasters/notesMaster1.xml" Id="R1cec2175a0164f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2944f4c5f448b8" /><Relationship Type="http://schemas.openxmlformats.org/officeDocument/2006/relationships/notesMaster" Target="/ppt/notesMasters/notesMaster1.xml" Id="R586339f4c46f41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6c8079e40c4d0a" /><Relationship Type="http://schemas.openxmlformats.org/officeDocument/2006/relationships/notesMaster" Target="/ppt/notesMasters/notesMaster1.xml" Id="R9bf147321a5948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f3ceaced9c43e5" /><Relationship Type="http://schemas.openxmlformats.org/officeDocument/2006/relationships/notesMaster" Target="/ppt/notesMasters/notesMaster1.xml" Id="Rbab0d0cc56ff47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16450473a84912" /><Relationship Type="http://schemas.openxmlformats.org/officeDocument/2006/relationships/notesMaster" Target="/ppt/notesMasters/notesMaster1.xml" Id="Rc2ef59b281854e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2bdc2c9c9e426d" /><Relationship Type="http://schemas.openxmlformats.org/officeDocument/2006/relationships/notesMaster" Target="/ppt/notesMasters/notesMaster1.xml" Id="R3629ef9b1a0a44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f66873c27947ad" /><Relationship Type="http://schemas.openxmlformats.org/officeDocument/2006/relationships/notesMaster" Target="/ppt/notesMasters/notesMaster1.xml" Id="Rc19771e81f5f46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5b481e9a7744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06607983284dd6" /><Relationship Type="http://schemas.openxmlformats.org/officeDocument/2006/relationships/slideLayout" Target="/ppt/slideLayouts/slideLayout1.xml" Id="Rbed09cbe2b6742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d09cbe2b6742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018bf333c47d0" /><Relationship Type="http://schemas.openxmlformats.org/officeDocument/2006/relationships/notesSlide" Target="/ppt/notesSlides/notesSlide1.xml" Id="R49861d13e42f46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e524f0ce74f7d" /><Relationship Type="http://schemas.openxmlformats.org/officeDocument/2006/relationships/notesSlide" Target="/ppt/notesSlides/notesSlide2.xml" Id="R8c9dcb084beb4b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658aeb0b442d5" /><Relationship Type="http://schemas.openxmlformats.org/officeDocument/2006/relationships/chart" Target="/ppt/slides/charts/chart1.xml" Id="R358f63e71af64a86" /><Relationship Type="http://schemas.openxmlformats.org/officeDocument/2006/relationships/notesSlide" Target="/ppt/notesSlides/notesSlide3.xml" Id="R91eb0f5dee6642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d9ab786ea43ba" /><Relationship Type="http://schemas.openxmlformats.org/officeDocument/2006/relationships/chart" Target="/ppt/slides/charts/chart2.xml" Id="R6a6c602cf28e489c" /><Relationship Type="http://schemas.openxmlformats.org/officeDocument/2006/relationships/notesSlide" Target="/ppt/notesSlides/notesSlide4.xml" Id="R7e26fdbebb7d48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206534e144725" /><Relationship Type="http://schemas.openxmlformats.org/officeDocument/2006/relationships/chart" Target="/ppt/slides/charts/chart3.xml" Id="Rdc3be00ac7024088" /><Relationship Type="http://schemas.openxmlformats.org/officeDocument/2006/relationships/chart" Target="/ppt/slides/charts/chart4.xml" Id="Rbac5042b6f79482a" /><Relationship Type="http://schemas.openxmlformats.org/officeDocument/2006/relationships/notesSlide" Target="/ppt/notesSlides/notesSlide5.xml" Id="Rad4110be72dd4e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6e5a289274d3d" /><Relationship Type="http://schemas.openxmlformats.org/officeDocument/2006/relationships/chart" Target="/ppt/slides/charts/chart5.xml" Id="Rf4c44b8b52b24087" /><Relationship Type="http://schemas.openxmlformats.org/officeDocument/2006/relationships/chart" Target="/ppt/slides/charts/chart6.xml" Id="R71dcc35c5997457e" /><Relationship Type="http://schemas.openxmlformats.org/officeDocument/2006/relationships/chart" Target="/ppt/slides/charts/chart7.xml" Id="R2a085be53db4403d" /><Relationship Type="http://schemas.openxmlformats.org/officeDocument/2006/relationships/notesSlide" Target="/ppt/notesSlides/notesSlide6.xml" Id="R00ccd0da64614b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b6edad4594430" /><Relationship Type="http://schemas.openxmlformats.org/officeDocument/2006/relationships/notesSlide" Target="/ppt/notesSlides/notesSlide7.xml" Id="R473de1c19e7042aa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Pix</c:v>
          </c:tx>
          <c:spPr>
            <a:ln xmlns:a="http://schemas.openxmlformats.org/drawingml/2006/main" w="21908">
              <a:solidFill>
                <a:srgbClr val="EC7000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6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EC7000"/>
                        </a:solidFill>
                      </a:rPr>
                      <a:t>7,9 bi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EC7000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67"/>
              <c:pt idx="0">
                <c:v>11-2020</c:v>
              </c:pt>
              <c:pt idx="1">
                <c:v>12-2020</c:v>
              </c:pt>
              <c:pt idx="2">
                <c:v>01-2021</c:v>
              </c:pt>
              <c:pt idx="3">
                <c:v>02-2021</c:v>
              </c:pt>
              <c:pt idx="4">
                <c:v>03-2021</c:v>
              </c:pt>
              <c:pt idx="5">
                <c:v>04-2021</c:v>
              </c:pt>
              <c:pt idx="6">
                <c:v>05-2021</c:v>
              </c:pt>
              <c:pt idx="7">
                <c:v>06-2021</c:v>
              </c:pt>
              <c:pt idx="8">
                <c:v>07-2021</c:v>
              </c:pt>
              <c:pt idx="9">
                <c:v>08-2021</c:v>
              </c:pt>
              <c:pt idx="10">
                <c:v>09-2021</c:v>
              </c:pt>
              <c:pt idx="11">
                <c:v>10-2021</c:v>
              </c:pt>
              <c:pt idx="12">
                <c:v>11-2021</c:v>
              </c:pt>
              <c:pt idx="13">
                <c:v>12-2021</c:v>
              </c:pt>
              <c:pt idx="14">
                <c:v>01-2022</c:v>
              </c:pt>
              <c:pt idx="15">
                <c:v>02-2022</c:v>
              </c:pt>
              <c:pt idx="16">
                <c:v>03-2022</c:v>
              </c:pt>
              <c:pt idx="17">
                <c:v>04-2022</c:v>
              </c:pt>
              <c:pt idx="18">
                <c:v>05-2022</c:v>
              </c:pt>
              <c:pt idx="19">
                <c:v>06-2022</c:v>
              </c:pt>
              <c:pt idx="20">
                <c:v>07-2022</c:v>
              </c:pt>
              <c:pt idx="21">
                <c:v>08-2022</c:v>
              </c:pt>
              <c:pt idx="22">
                <c:v>09-2022</c:v>
              </c:pt>
              <c:pt idx="23">
                <c:v>10-2022</c:v>
              </c:pt>
              <c:pt idx="24">
                <c:v>11-2022</c:v>
              </c:pt>
              <c:pt idx="25">
                <c:v>12-2022</c:v>
              </c:pt>
              <c:pt idx="26">
                <c:v>01-2023</c:v>
              </c:pt>
              <c:pt idx="27">
                <c:v>02-2023</c:v>
              </c:pt>
              <c:pt idx="28">
                <c:v>03-2023</c:v>
              </c:pt>
              <c:pt idx="29">
                <c:v>04-2023</c:v>
              </c:pt>
              <c:pt idx="30">
                <c:v>05-2023</c:v>
              </c:pt>
              <c:pt idx="31">
                <c:v>06-2023</c:v>
              </c:pt>
              <c:pt idx="32">
                <c:v>07-2023</c:v>
              </c:pt>
              <c:pt idx="33">
                <c:v>08-2023</c:v>
              </c:pt>
              <c:pt idx="34">
                <c:v>09-2023</c:v>
              </c:pt>
              <c:pt idx="35">
                <c:v>10-2023</c:v>
              </c:pt>
              <c:pt idx="36">
                <c:v>11-2023</c:v>
              </c:pt>
              <c:pt idx="37">
                <c:v>12-2023</c:v>
              </c:pt>
              <c:pt idx="38">
                <c:v>01-2024</c:v>
              </c:pt>
              <c:pt idx="39">
                <c:v>02-2024</c:v>
              </c:pt>
              <c:pt idx="40">
                <c:v>03-2024</c:v>
              </c:pt>
              <c:pt idx="41">
                <c:v>04-2024</c:v>
              </c:pt>
              <c:pt idx="42">
                <c:v>05-2024</c:v>
              </c:pt>
              <c:pt idx="43">
                <c:v>06-2024</c:v>
              </c:pt>
              <c:pt idx="44">
                <c:v>07-2024</c:v>
              </c:pt>
              <c:pt idx="45">
                <c:v>08-2024</c:v>
              </c:pt>
              <c:pt idx="46">
                <c:v>09-2024</c:v>
              </c:pt>
              <c:pt idx="47">
                <c:v>10-2024</c:v>
              </c:pt>
              <c:pt idx="48">
                <c:v>11-2024</c:v>
              </c:pt>
              <c:pt idx="49">
                <c:v>12-2024</c:v>
              </c:pt>
              <c:pt idx="50">
                <c:v>01-2025</c:v>
              </c:pt>
              <c:pt idx="51">
                <c:v>02-2025</c:v>
              </c:pt>
              <c:pt idx="52">
                <c:v>03-2025</c:v>
              </c:pt>
              <c:pt idx="53">
                <c:v>04-2025</c:v>
              </c:pt>
              <c:pt idx="54">
                <c:v>05-2025</c:v>
              </c:pt>
              <c:pt idx="55">
                <c:v>06-2025</c:v>
              </c:pt>
              <c:pt idx="56">
                <c:v>07-2025</c:v>
              </c:pt>
              <c:pt idx="57">
                <c:v>08-2025</c:v>
              </c:pt>
              <c:pt idx="58">
                <c:v>09-2025</c:v>
              </c:pt>
              <c:pt idx="59">
                <c:v>10-2025</c:v>
              </c:pt>
              <c:pt idx="60">
                <c:v>11-2025</c:v>
              </c:pt>
              <c:pt idx="61">
                <c:v>12-2025</c:v>
              </c:pt>
              <c:pt idx="62">
                <c:v>01-2026</c:v>
              </c:pt>
              <c:pt idx="63">
                <c:v>02-2026</c:v>
              </c:pt>
              <c:pt idx="64">
                <c:v>03-2026</c:v>
              </c:pt>
              <c:pt idx="65">
                <c:v>04-2026</c:v>
              </c:pt>
              <c:pt idx="66">
                <c:v>05-2026</c:v>
              </c:pt>
            </c:strLit>
          </c:cat>
          <c:val>
            <c:numLit>
              <c:formatCode>0.0</c:formatCode>
              <c:ptCount val="67"/>
              <c:pt idx="0">
                <c:v>0.03286736</c:v>
              </c:pt>
              <c:pt idx="1">
                <c:v>0.14333929</c:v>
              </c:pt>
              <c:pt idx="2">
                <c:v>0.19961149</c:v>
              </c:pt>
              <c:pt idx="3">
                <c:v>0.27316783</c:v>
              </c:pt>
              <c:pt idx="4">
                <c:v>0.38955855</c:v>
              </c:pt>
              <c:pt idx="5">
                <c:v>0.49473364000000003</c:v>
              </c:pt>
              <c:pt idx="6">
                <c:v>0.64153048</c:v>
              </c:pt>
              <c:pt idx="7">
                <c:v>0.73529977</c:v>
              </c:pt>
              <c:pt idx="8">
                <c:v>0.87387623</c:v>
              </c:pt>
              <c:pt idx="9">
                <c:v>0.96103347</c:v>
              </c:pt>
              <c:pt idx="10">
                <c:v>1.02842724</c:v>
              </c:pt>
              <c:pt idx="11">
                <c:v>1.16762795</c:v>
              </c:pt>
              <c:pt idx="12">
                <c:v>1.22644529</c:v>
              </c:pt>
              <c:pt idx="13">
                <c:v>1.44221236</c:v>
              </c:pt>
              <c:pt idx="14">
                <c:v>1.28423001</c:v>
              </c:pt>
              <c:pt idx="15">
                <c:v>1.36749783</c:v>
              </c:pt>
              <c:pt idx="16">
                <c:v>1.5982959099999998</c:v>
              </c:pt>
              <c:pt idx="17">
                <c:v>1.66479246</c:v>
              </c:pt>
              <c:pt idx="18">
                <c:v>1.8567679799999999</c:v>
              </c:pt>
              <c:pt idx="19">
                <c:v>1.92588777</c:v>
              </c:pt>
              <c:pt idx="20">
                <c:v>2.06063059</c:v>
              </c:pt>
              <c:pt idx="21">
                <c:v>2.18031637</c:v>
              </c:pt>
              <c:pt idx="22">
                <c:v>2.2876551099999998</c:v>
              </c:pt>
              <c:pt idx="23">
                <c:v>2.43648647</c:v>
              </c:pt>
              <c:pt idx="24">
                <c:v>2.49844943</c:v>
              </c:pt>
              <c:pt idx="25">
                <c:v>2.8722290299999997</c:v>
              </c:pt>
              <c:pt idx="26">
                <c:v>2.5753136800000003</c:v>
              </c:pt>
              <c:pt idx="27">
                <c:v>2.53912404</c:v>
              </c:pt>
              <c:pt idx="28">
                <c:v>3.0019555899999997</c:v>
              </c:pt>
              <c:pt idx="29">
                <c:v>2.9105076299999997</c:v>
              </c:pt>
              <c:pt idx="30">
                <c:v>3.18921658</c:v>
              </c:pt>
              <c:pt idx="31">
                <c:v>3.2968546400000003</c:v>
              </c:pt>
              <c:pt idx="32">
                <c:v>3.5330749900000002</c:v>
              </c:pt>
              <c:pt idx="33">
                <c:v>3.7530593399999996</c:v>
              </c:pt>
              <c:pt idx="34">
                <c:v>3.83081353</c:v>
              </c:pt>
              <c:pt idx="35">
                <c:v>4.05045233</c:v>
              </c:pt>
              <c:pt idx="36">
                <c:v>4.21145847</c:v>
              </c:pt>
              <c:pt idx="37">
                <c:v>4.78375909</c:v>
              </c:pt>
              <c:pt idx="38">
                <c:v>4.35007679</c:v>
              </c:pt>
              <c:pt idx="39">
                <c:v>4.344916759999999</c:v>
              </c:pt>
              <c:pt idx="40">
                <c:v>4.88046058</c:v>
              </c:pt>
              <c:pt idx="41">
                <c:v>4.9004577099999995</c:v>
              </c:pt>
              <c:pt idx="42">
                <c:v>5.2041936</c:v>
              </c:pt>
              <c:pt idx="43">
                <c:v>5.2522097599999995</c:v>
              </c:pt>
              <c:pt idx="44">
                <c:v>5.39288608</c:v>
              </c:pt>
              <c:pt idx="45">
                <c:v>5.6394493</c:v>
              </c:pt>
              <c:pt idx="46">
                <c:v>5.51522991</c:v>
              </c:pt>
              <c:pt idx="47">
                <c:v>5.7125470599999995</c:v>
              </c:pt>
              <c:pt idx="48">
                <c:v>5.79463736</c:v>
              </c:pt>
              <c:pt idx="49">
                <c:v>6.429975740000001</c:v>
              </c:pt>
              <c:pt idx="50">
                <c:v>5.67367227</c:v>
              </c:pt>
              <c:pt idx="51">
                <c:v>5.59925211</c:v>
              </c:pt>
              <c:pt idx="52">
                <c:v>6.23896072</c:v>
              </c:pt>
              <c:pt idx="53">
                <c:v>6.2680932</c:v>
              </c:pt>
              <c:pt idx="54">
                <c:v>6.63356834</c:v>
              </c:pt>
              <c:pt idx="55">
                <c:v>6.45454359</c:v>
              </c:pt>
              <c:pt idx="56">
                <c:v>6.67271596</c:v>
              </c:pt>
              <c:pt idx="57">
                <c:v>6.96652979</c:v>
              </c:pt>
              <c:pt idx="58">
                <c:v>6.84473325</c:v>
              </c:pt>
              <c:pt idx="59">
                <c:v>7.2631327400000005</c:v>
              </c:pt>
              <c:pt idx="60">
                <c:v>7.162798059999999</c:v>
              </c:pt>
              <c:pt idx="61">
                <c:v>7.860584650000001</c:v>
              </c:pt>
              <c:pt idx="62">
                <c:v>7.0221402</c:v>
              </c:pt>
              <c:pt idx="63">
                <c:v>6.606266150000001</c:v>
              </c:pt>
              <c:pt idx="64">
                <c:v>7.44310278</c:v>
              </c:pt>
              <c:pt idx="65">
                <c:v>7.370870269999999</c:v>
              </c:pt>
              <c:pt idx="66">
                <c:v>7.85511008</c:v>
              </c:pt>
            </c:numLit>
          </c:val>
          <c:smooth val="0"/>
        </c:ser>
        <c:ser>
          <c:idx val="1"/>
          <c:order val="1"/>
          <c:tx>
            <c:v>TED</c:v>
          </c:tx>
          <c:spPr>
            <a:ln xmlns:a="http://schemas.openxmlformats.org/drawingml/2006/main" w="21908">
              <a:solidFill>
                <a:srgbClr val="000000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6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000000"/>
                        </a:solidFill>
                      </a:rPr>
                      <a:t>0,1 bi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67"/>
              <c:pt idx="0">
                <c:v>11-2020</c:v>
              </c:pt>
              <c:pt idx="1">
                <c:v>12-2020</c:v>
              </c:pt>
              <c:pt idx="2">
                <c:v>01-2021</c:v>
              </c:pt>
              <c:pt idx="3">
                <c:v>02-2021</c:v>
              </c:pt>
              <c:pt idx="4">
                <c:v>03-2021</c:v>
              </c:pt>
              <c:pt idx="5">
                <c:v>04-2021</c:v>
              </c:pt>
              <c:pt idx="6">
                <c:v>05-2021</c:v>
              </c:pt>
              <c:pt idx="7">
                <c:v>06-2021</c:v>
              </c:pt>
              <c:pt idx="8">
                <c:v>07-2021</c:v>
              </c:pt>
              <c:pt idx="9">
                <c:v>08-2021</c:v>
              </c:pt>
              <c:pt idx="10">
                <c:v>09-2021</c:v>
              </c:pt>
              <c:pt idx="11">
                <c:v>10-2021</c:v>
              </c:pt>
              <c:pt idx="12">
                <c:v>11-2021</c:v>
              </c:pt>
              <c:pt idx="13">
                <c:v>12-2021</c:v>
              </c:pt>
              <c:pt idx="14">
                <c:v>01-2022</c:v>
              </c:pt>
              <c:pt idx="15">
                <c:v>02-2022</c:v>
              </c:pt>
              <c:pt idx="16">
                <c:v>03-2022</c:v>
              </c:pt>
              <c:pt idx="17">
                <c:v>04-2022</c:v>
              </c:pt>
              <c:pt idx="18">
                <c:v>05-2022</c:v>
              </c:pt>
              <c:pt idx="19">
                <c:v>06-2022</c:v>
              </c:pt>
              <c:pt idx="20">
                <c:v>07-2022</c:v>
              </c:pt>
              <c:pt idx="21">
                <c:v>08-2022</c:v>
              </c:pt>
              <c:pt idx="22">
                <c:v>09-2022</c:v>
              </c:pt>
              <c:pt idx="23">
                <c:v>10-2022</c:v>
              </c:pt>
              <c:pt idx="24">
                <c:v>11-2022</c:v>
              </c:pt>
              <c:pt idx="25">
                <c:v>12-2022</c:v>
              </c:pt>
              <c:pt idx="26">
                <c:v>01-2023</c:v>
              </c:pt>
              <c:pt idx="27">
                <c:v>02-2023</c:v>
              </c:pt>
              <c:pt idx="28">
                <c:v>03-2023</c:v>
              </c:pt>
              <c:pt idx="29">
                <c:v>04-2023</c:v>
              </c:pt>
              <c:pt idx="30">
                <c:v>05-2023</c:v>
              </c:pt>
              <c:pt idx="31">
                <c:v>06-2023</c:v>
              </c:pt>
              <c:pt idx="32">
                <c:v>07-2023</c:v>
              </c:pt>
              <c:pt idx="33">
                <c:v>08-2023</c:v>
              </c:pt>
              <c:pt idx="34">
                <c:v>09-2023</c:v>
              </c:pt>
              <c:pt idx="35">
                <c:v>10-2023</c:v>
              </c:pt>
              <c:pt idx="36">
                <c:v>11-2023</c:v>
              </c:pt>
              <c:pt idx="37">
                <c:v>12-2023</c:v>
              </c:pt>
              <c:pt idx="38">
                <c:v>01-2024</c:v>
              </c:pt>
              <c:pt idx="39">
                <c:v>02-2024</c:v>
              </c:pt>
              <c:pt idx="40">
                <c:v>03-2024</c:v>
              </c:pt>
              <c:pt idx="41">
                <c:v>04-2024</c:v>
              </c:pt>
              <c:pt idx="42">
                <c:v>05-2024</c:v>
              </c:pt>
              <c:pt idx="43">
                <c:v>06-2024</c:v>
              </c:pt>
              <c:pt idx="44">
                <c:v>07-2024</c:v>
              </c:pt>
              <c:pt idx="45">
                <c:v>08-2024</c:v>
              </c:pt>
              <c:pt idx="46">
                <c:v>09-2024</c:v>
              </c:pt>
              <c:pt idx="47">
                <c:v>10-2024</c:v>
              </c:pt>
              <c:pt idx="48">
                <c:v>11-2024</c:v>
              </c:pt>
              <c:pt idx="49">
                <c:v>12-2024</c:v>
              </c:pt>
              <c:pt idx="50">
                <c:v>01-2025</c:v>
              </c:pt>
              <c:pt idx="51">
                <c:v>02-2025</c:v>
              </c:pt>
              <c:pt idx="52">
                <c:v>03-2025</c:v>
              </c:pt>
              <c:pt idx="53">
                <c:v>04-2025</c:v>
              </c:pt>
              <c:pt idx="54">
                <c:v>05-2025</c:v>
              </c:pt>
              <c:pt idx="55">
                <c:v>06-2025</c:v>
              </c:pt>
              <c:pt idx="56">
                <c:v>07-2025</c:v>
              </c:pt>
              <c:pt idx="57">
                <c:v>08-2025</c:v>
              </c:pt>
              <c:pt idx="58">
                <c:v>09-2025</c:v>
              </c:pt>
              <c:pt idx="59">
                <c:v>10-2025</c:v>
              </c:pt>
              <c:pt idx="60">
                <c:v>11-2025</c:v>
              </c:pt>
              <c:pt idx="61">
                <c:v>12-2025</c:v>
              </c:pt>
              <c:pt idx="62">
                <c:v>01-2026</c:v>
              </c:pt>
              <c:pt idx="63">
                <c:v>02-2026</c:v>
              </c:pt>
              <c:pt idx="64">
                <c:v>03-2026</c:v>
              </c:pt>
              <c:pt idx="65">
                <c:v>04-2026</c:v>
              </c:pt>
              <c:pt idx="66">
                <c:v>05-2026</c:v>
              </c:pt>
            </c:strLit>
          </c:cat>
          <c:val>
            <c:numLit>
              <c:formatCode>0.0</c:formatCode>
              <c:ptCount val="67"/>
              <c:pt idx="0">
                <c:v>0.19170338</c:v>
              </c:pt>
              <c:pt idx="1">
                <c:v>0.18926159</c:v>
              </c:pt>
              <c:pt idx="2">
                <c:v>0.12266327</c:v>
              </c:pt>
              <c:pt idx="3">
                <c:v>0.1116178</c:v>
              </c:pt>
              <c:pt idx="4">
                <c:v>0.11989041</c:v>
              </c:pt>
              <c:pt idx="5">
                <c:v>0.11098905</c:v>
              </c:pt>
              <c:pt idx="6">
                <c:v>0.11534616</c:v>
              </c:pt>
              <c:pt idx="7">
                <c:v>0.10758253</c:v>
              </c:pt>
              <c:pt idx="8">
                <c:v>0.1024481</c:v>
              </c:pt>
              <c:pt idx="9">
                <c:v>0.09944021</c:v>
              </c:pt>
              <c:pt idx="10">
                <c:v>0.09431202000000001</c:v>
              </c:pt>
              <c:pt idx="11">
                <c:v>0.09154491000000001</c:v>
              </c:pt>
              <c:pt idx="12">
                <c:v>0.0965208</c:v>
              </c:pt>
              <c:pt idx="13">
                <c:v>0.10599802</c:v>
              </c:pt>
              <c:pt idx="14">
                <c:v>0.08445874</c:v>
              </c:pt>
              <c:pt idx="15">
                <c:v>0.07941296</c:v>
              </c:pt>
              <c:pt idx="16">
                <c:v>0.09302224</c:v>
              </c:pt>
              <c:pt idx="17">
                <c:v>0.08272374</c:v>
              </c:pt>
              <c:pt idx="18">
                <c:v>0.08785494</c:v>
              </c:pt>
              <c:pt idx="19">
                <c:v>0.08400911</c:v>
              </c:pt>
              <c:pt idx="20">
                <c:v>0.08232531</c:v>
              </c:pt>
              <c:pt idx="21">
                <c:v>0.08885051</c:v>
              </c:pt>
              <c:pt idx="22">
                <c:v>0.08550431</c:v>
              </c:pt>
              <c:pt idx="23">
                <c:v>0.07983393</c:v>
              </c:pt>
              <c:pt idx="24">
                <c:v>0.08309438000000001</c:v>
              </c:pt>
              <c:pt idx="25">
                <c:v>0.09136153999999999</c:v>
              </c:pt>
              <c:pt idx="26">
                <c:v>0.07798234</c:v>
              </c:pt>
              <c:pt idx="27">
                <c:v>0.07023283</c:v>
              </c:pt>
              <c:pt idx="28">
                <c:v>0.08052882</c:v>
              </c:pt>
              <c:pt idx="29">
                <c:v>0.06928674</c:v>
              </c:pt>
              <c:pt idx="30">
                <c:v>0.07589499000000001</c:v>
              </c:pt>
              <c:pt idx="31">
                <c:v>0.07363738</c:v>
              </c:pt>
              <c:pt idx="32">
                <c:v>0.07173731</c:v>
              </c:pt>
              <c:pt idx="33">
                <c:v>0.07657258</c:v>
              </c:pt>
              <c:pt idx="34">
                <c:v>0.06940776</c:v>
              </c:pt>
              <c:pt idx="35">
                <c:v>0.07187052000000001</c:v>
              </c:pt>
              <c:pt idx="36">
                <c:v>0.07439836999999999</c:v>
              </c:pt>
              <c:pt idx="37">
                <c:v>0.08020226</c:v>
              </c:pt>
              <c:pt idx="38">
                <c:v>0.07034325</c:v>
              </c:pt>
              <c:pt idx="39">
                <c:v>0.06580586999999999</c:v>
              </c:pt>
              <c:pt idx="40">
                <c:v>0.06756505</c:v>
              </c:pt>
              <c:pt idx="41">
                <c:v>0.07064714999999999</c:v>
              </c:pt>
              <c:pt idx="42">
                <c:v>0.06902311</c:v>
              </c:pt>
              <c:pt idx="43">
                <c:v>0.06359932</c:v>
              </c:pt>
              <c:pt idx="44">
                <c:v>0.06965715</c:v>
              </c:pt>
              <c:pt idx="45">
                <c:v>0.06758113</c:v>
              </c:pt>
              <c:pt idx="46">
                <c:v>0.06615597999999999</c:v>
              </c:pt>
              <c:pt idx="47">
                <c:v>0.06859051</c:v>
              </c:pt>
              <c:pt idx="48">
                <c:v>0.0658159</c:v>
              </c:pt>
              <c:pt idx="49">
                <c:v>0.07661111</c:v>
              </c:pt>
              <c:pt idx="50">
                <c:v>0.06223213</c:v>
              </c:pt>
              <c:pt idx="51">
                <c:v>0.061949080000000004</c:v>
              </c:pt>
              <c:pt idx="52">
                <c:v>0.06129483</c:v>
              </c:pt>
              <c:pt idx="53">
                <c:v>0.064449</c:v>
              </c:pt>
              <c:pt idx="54">
                <c:v>0.06417898</c:v>
              </c:pt>
              <c:pt idx="55">
                <c:v>0.06247743</c:v>
              </c:pt>
              <c:pt idx="56">
                <c:v>0.06719289</c:v>
              </c:pt>
              <c:pt idx="57">
                <c:v>0.0645066</c:v>
              </c:pt>
              <c:pt idx="58">
                <c:v>0.06778775999999999</c:v>
              </c:pt>
              <c:pt idx="59">
                <c:v>0.06950897</c:v>
              </c:pt>
              <c:pt idx="60">
                <c:v>0.06667572000000001</c:v>
              </c:pt>
              <c:pt idx="61">
                <c:v>0.07070322</c:v>
              </c:pt>
              <c:pt idx="62">
                <c:v>0.060608470000000005</c:v>
              </c:pt>
              <c:pt idx="63">
                <c:v>0.06371033999999999</c:v>
              </c:pt>
              <c:pt idx="64">
                <c:v>0.06921112</c:v>
              </c:pt>
              <c:pt idx="65">
                <c:v>0.06785391</c:v>
              </c:pt>
              <c:pt idx="66">
                <c:v>0.0655409</c:v>
              </c:pt>
            </c:numLit>
          </c:val>
          <c:smooth val="0"/>
        </c:ser>
        <c:ser>
          <c:idx val="2"/>
          <c:order val="2"/>
          <c:tx>
            <c:v>Boleto</c:v>
          </c:tx>
          <c:spPr>
            <a:ln xmlns:a="http://schemas.openxmlformats.org/drawingml/2006/main" w="21908">
              <a:solidFill>
                <a:srgbClr val="6B6B6B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6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6B6B6B"/>
                        </a:solidFill>
                      </a:rPr>
                      <a:t>0,3 bi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6B6B6B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67"/>
              <c:pt idx="0">
                <c:v>11-2020</c:v>
              </c:pt>
              <c:pt idx="1">
                <c:v>12-2020</c:v>
              </c:pt>
              <c:pt idx="2">
                <c:v>01-2021</c:v>
              </c:pt>
              <c:pt idx="3">
                <c:v>02-2021</c:v>
              </c:pt>
              <c:pt idx="4">
                <c:v>03-2021</c:v>
              </c:pt>
              <c:pt idx="5">
                <c:v>04-2021</c:v>
              </c:pt>
              <c:pt idx="6">
                <c:v>05-2021</c:v>
              </c:pt>
              <c:pt idx="7">
                <c:v>06-2021</c:v>
              </c:pt>
              <c:pt idx="8">
                <c:v>07-2021</c:v>
              </c:pt>
              <c:pt idx="9">
                <c:v>08-2021</c:v>
              </c:pt>
              <c:pt idx="10">
                <c:v>09-2021</c:v>
              </c:pt>
              <c:pt idx="11">
                <c:v>10-2021</c:v>
              </c:pt>
              <c:pt idx="12">
                <c:v>11-2021</c:v>
              </c:pt>
              <c:pt idx="13">
                <c:v>12-2021</c:v>
              </c:pt>
              <c:pt idx="14">
                <c:v>01-2022</c:v>
              </c:pt>
              <c:pt idx="15">
                <c:v>02-2022</c:v>
              </c:pt>
              <c:pt idx="16">
                <c:v>03-2022</c:v>
              </c:pt>
              <c:pt idx="17">
                <c:v>04-2022</c:v>
              </c:pt>
              <c:pt idx="18">
                <c:v>05-2022</c:v>
              </c:pt>
              <c:pt idx="19">
                <c:v>06-2022</c:v>
              </c:pt>
              <c:pt idx="20">
                <c:v>07-2022</c:v>
              </c:pt>
              <c:pt idx="21">
                <c:v>08-2022</c:v>
              </c:pt>
              <c:pt idx="22">
                <c:v>09-2022</c:v>
              </c:pt>
              <c:pt idx="23">
                <c:v>10-2022</c:v>
              </c:pt>
              <c:pt idx="24">
                <c:v>11-2022</c:v>
              </c:pt>
              <c:pt idx="25">
                <c:v>12-2022</c:v>
              </c:pt>
              <c:pt idx="26">
                <c:v>01-2023</c:v>
              </c:pt>
              <c:pt idx="27">
                <c:v>02-2023</c:v>
              </c:pt>
              <c:pt idx="28">
                <c:v>03-2023</c:v>
              </c:pt>
              <c:pt idx="29">
                <c:v>04-2023</c:v>
              </c:pt>
              <c:pt idx="30">
                <c:v>05-2023</c:v>
              </c:pt>
              <c:pt idx="31">
                <c:v>06-2023</c:v>
              </c:pt>
              <c:pt idx="32">
                <c:v>07-2023</c:v>
              </c:pt>
              <c:pt idx="33">
                <c:v>08-2023</c:v>
              </c:pt>
              <c:pt idx="34">
                <c:v>09-2023</c:v>
              </c:pt>
              <c:pt idx="35">
                <c:v>10-2023</c:v>
              </c:pt>
              <c:pt idx="36">
                <c:v>11-2023</c:v>
              </c:pt>
              <c:pt idx="37">
                <c:v>12-2023</c:v>
              </c:pt>
              <c:pt idx="38">
                <c:v>01-2024</c:v>
              </c:pt>
              <c:pt idx="39">
                <c:v>02-2024</c:v>
              </c:pt>
              <c:pt idx="40">
                <c:v>03-2024</c:v>
              </c:pt>
              <c:pt idx="41">
                <c:v>04-2024</c:v>
              </c:pt>
              <c:pt idx="42">
                <c:v>05-2024</c:v>
              </c:pt>
              <c:pt idx="43">
                <c:v>06-2024</c:v>
              </c:pt>
              <c:pt idx="44">
                <c:v>07-2024</c:v>
              </c:pt>
              <c:pt idx="45">
                <c:v>08-2024</c:v>
              </c:pt>
              <c:pt idx="46">
                <c:v>09-2024</c:v>
              </c:pt>
              <c:pt idx="47">
                <c:v>10-2024</c:v>
              </c:pt>
              <c:pt idx="48">
                <c:v>11-2024</c:v>
              </c:pt>
              <c:pt idx="49">
                <c:v>12-2024</c:v>
              </c:pt>
              <c:pt idx="50">
                <c:v>01-2025</c:v>
              </c:pt>
              <c:pt idx="51">
                <c:v>02-2025</c:v>
              </c:pt>
              <c:pt idx="52">
                <c:v>03-2025</c:v>
              </c:pt>
              <c:pt idx="53">
                <c:v>04-2025</c:v>
              </c:pt>
              <c:pt idx="54">
                <c:v>05-2025</c:v>
              </c:pt>
              <c:pt idx="55">
                <c:v>06-2025</c:v>
              </c:pt>
              <c:pt idx="56">
                <c:v>07-2025</c:v>
              </c:pt>
              <c:pt idx="57">
                <c:v>08-2025</c:v>
              </c:pt>
              <c:pt idx="58">
                <c:v>09-2025</c:v>
              </c:pt>
              <c:pt idx="59">
                <c:v>10-2025</c:v>
              </c:pt>
              <c:pt idx="60">
                <c:v>11-2025</c:v>
              </c:pt>
              <c:pt idx="61">
                <c:v>12-2025</c:v>
              </c:pt>
              <c:pt idx="62">
                <c:v>01-2026</c:v>
              </c:pt>
              <c:pt idx="63">
                <c:v>02-2026</c:v>
              </c:pt>
              <c:pt idx="64">
                <c:v>03-2026</c:v>
              </c:pt>
              <c:pt idx="65">
                <c:v>04-2026</c:v>
              </c:pt>
              <c:pt idx="66">
                <c:v>05-2026</c:v>
              </c:pt>
            </c:strLit>
          </c:cat>
          <c:val>
            <c:numLit>
              <c:formatCode>0.0</c:formatCode>
              <c:ptCount val="67"/>
              <c:pt idx="0">
                <c:v>0.35056446</c:v>
              </c:pt>
              <c:pt idx="1">
                <c:v>0.35363658000000003</c:v>
              </c:pt>
              <c:pt idx="2">
                <c:v>0.31423262</c:v>
              </c:pt>
              <c:pt idx="3">
                <c:v>0.30643232</c:v>
              </c:pt>
              <c:pt idx="4">
                <c:v>0.35804589000000003</c:v>
              </c:pt>
              <c:pt idx="5">
                <c:v>0.33553074</c:v>
              </c:pt>
              <c:pt idx="6">
                <c:v>0.34173109</c:v>
              </c:pt>
              <c:pt idx="7">
                <c:v>0.34277346999999997</c:v>
              </c:pt>
              <c:pt idx="8">
                <c:v>0.34984473</c:v>
              </c:pt>
              <c:pt idx="9">
                <c:v>0.36059599</c:v>
              </c:pt>
              <c:pt idx="10">
                <c:v>0.34922517999999997</c:v>
              </c:pt>
              <c:pt idx="11">
                <c:v>0.34250464</c:v>
              </c:pt>
              <c:pt idx="12">
                <c:v>0.3613688</c:v>
              </c:pt>
              <c:pt idx="13">
                <c:v>0.35770846999999995</c:v>
              </c:pt>
              <c:pt idx="14">
                <c:v>0.34364199</c:v>
              </c:pt>
              <c:pt idx="15">
                <c:v>0.30892515000000004</c:v>
              </c:pt>
              <c:pt idx="16">
                <c:v>0.38067953000000004</c:v>
              </c:pt>
              <c:pt idx="17">
                <c:v>0.33495482</c:v>
              </c:pt>
              <c:pt idx="18">
                <c:v>0.36443661</c:v>
              </c:pt>
              <c:pt idx="19">
                <c:v>0.35034501</c:v>
              </c:pt>
              <c:pt idx="20">
                <c:v>0.34214715999999995</c:v>
              </c:pt>
              <c:pt idx="21">
                <c:v>0.37321223</c:v>
              </c:pt>
              <c:pt idx="22">
                <c:v>0.35020881</c:v>
              </c:pt>
              <c:pt idx="23">
                <c:v>0.35361013</c:v>
              </c:pt>
              <c:pt idx="24">
                <c:v>0.34911890999999995</c:v>
              </c:pt>
              <c:pt idx="25">
                <c:v>0.349044</c:v>
              </c:pt>
              <c:pt idx="26">
                <c:v>0.35700584999999996</c:v>
              </c:pt>
              <c:pt idx="27">
                <c:v>0.32564369</c:v>
              </c:pt>
              <c:pt idx="28">
                <c:v>0.36266411</c:v>
              </c:pt>
              <c:pt idx="29">
                <c:v>0.32629301</c:v>
              </c:pt>
              <c:pt idx="30">
                <c:v>0.36602909</c:v>
              </c:pt>
              <c:pt idx="31">
                <c:v>0.34865358</c:v>
              </c:pt>
              <c:pt idx="32">
                <c:v>0.35335467</c:v>
              </c:pt>
              <c:pt idx="33">
                <c:v>0.3608653</c:v>
              </c:pt>
              <c:pt idx="34">
                <c:v>0.34011513</c:v>
              </c:pt>
              <c:pt idx="35">
                <c:v>0.36272159000000004</c:v>
              </c:pt>
              <c:pt idx="36">
                <c:v>0.34523435999999996</c:v>
              </c:pt>
              <c:pt idx="37">
                <c:v>0.33755205</c:v>
              </c:pt>
              <c:pt idx="38">
                <c:v>0.36355032</c:v>
              </c:pt>
              <c:pt idx="39">
                <c:v>0.33226946999999996</c:v>
              </c:pt>
              <c:pt idx="40">
                <c:v>0.33643546</c:v>
              </c:pt>
              <c:pt idx="41">
                <c:v>0.36163328</c:v>
              </c:pt>
              <c:pt idx="42">
                <c:v>0.34918092</c:v>
              </c:pt>
              <c:pt idx="43">
                <c:v>0.32775493</c:v>
              </c:pt>
              <c:pt idx="44">
                <c:v>0.36648415</c:v>
              </c:pt>
              <c:pt idx="45">
                <c:v>0.34392499</c:v>
              </c:pt>
              <c:pt idx="46">
                <c:v>0.34469846000000004</c:v>
              </c:pt>
              <c:pt idx="47">
                <c:v>0.36219291</c:v>
              </c:pt>
              <c:pt idx="48">
                <c:v>0.33250115</c:v>
              </c:pt>
              <c:pt idx="49">
                <c:v>0.36104281</c:v>
              </c:pt>
              <c:pt idx="50">
                <c:v>0.33895259</c:v>
              </c:pt>
              <c:pt idx="51">
                <c:v>0.3244817</c:v>
              </c:pt>
              <c:pt idx="52">
                <c:v>0.340788</c:v>
              </c:pt>
              <c:pt idx="53">
                <c:v>0.34162478999999996</c:v>
              </c:pt>
              <c:pt idx="54">
                <c:v>0.34000642</c:v>
              </c:pt>
              <c:pt idx="55">
                <c:v>0.33812737</c:v>
              </c:pt>
              <c:pt idx="56">
                <c:v>0.35381955</c:v>
              </c:pt>
              <c:pt idx="57">
                <c:v>0.32895979999999997</c:v>
              </c:pt>
              <c:pt idx="58">
                <c:v>0.34907913</c:v>
              </c:pt>
              <c:pt idx="59">
                <c:v>0.3478059</c:v>
              </c:pt>
              <c:pt idx="60">
                <c:v>0.31796879</c:v>
              </c:pt>
              <c:pt idx="61">
                <c:v>0.36061775</c:v>
              </c:pt>
              <c:pt idx="62">
                <c:v>0.31599989</c:v>
              </c:pt>
              <c:pt idx="63">
                <c:v>0.30705339000000004</c:v>
              </c:pt>
              <c:pt idx="64">
                <c:v>0.34688181</c:v>
              </c:pt>
              <c:pt idx="65">
                <c:v>0.32698442</c:v>
              </c:pt>
              <c:pt idx="66">
                <c:v>0.32187365999999995</c:v>
              </c:pt>
            </c:numLit>
          </c:val>
          <c:smooth val="0"/>
        </c:ser>
        <c:ser>
          <c:idx val="3"/>
          <c:order val="3"/>
          <c:tx>
            <c:v>Cheque</c:v>
          </c:tx>
          <c:spPr>
            <a:ln xmlns:a="http://schemas.openxmlformats.org/drawingml/2006/main" w="21908">
              <a:solidFill>
                <a:srgbClr val="A6A6A6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6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A6A6A6"/>
                        </a:solidFill>
                      </a:rPr>
                      <a:t>0,0 bi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A6A6A6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67"/>
              <c:pt idx="0">
                <c:v>11-2020</c:v>
              </c:pt>
              <c:pt idx="1">
                <c:v>12-2020</c:v>
              </c:pt>
              <c:pt idx="2">
                <c:v>01-2021</c:v>
              </c:pt>
              <c:pt idx="3">
                <c:v>02-2021</c:v>
              </c:pt>
              <c:pt idx="4">
                <c:v>03-2021</c:v>
              </c:pt>
              <c:pt idx="5">
                <c:v>04-2021</c:v>
              </c:pt>
              <c:pt idx="6">
                <c:v>05-2021</c:v>
              </c:pt>
              <c:pt idx="7">
                <c:v>06-2021</c:v>
              </c:pt>
              <c:pt idx="8">
                <c:v>07-2021</c:v>
              </c:pt>
              <c:pt idx="9">
                <c:v>08-2021</c:v>
              </c:pt>
              <c:pt idx="10">
                <c:v>09-2021</c:v>
              </c:pt>
              <c:pt idx="11">
                <c:v>10-2021</c:v>
              </c:pt>
              <c:pt idx="12">
                <c:v>11-2021</c:v>
              </c:pt>
              <c:pt idx="13">
                <c:v>12-2021</c:v>
              </c:pt>
              <c:pt idx="14">
                <c:v>01-2022</c:v>
              </c:pt>
              <c:pt idx="15">
                <c:v>02-2022</c:v>
              </c:pt>
              <c:pt idx="16">
                <c:v>03-2022</c:v>
              </c:pt>
              <c:pt idx="17">
                <c:v>04-2022</c:v>
              </c:pt>
              <c:pt idx="18">
                <c:v>05-2022</c:v>
              </c:pt>
              <c:pt idx="19">
                <c:v>06-2022</c:v>
              </c:pt>
              <c:pt idx="20">
                <c:v>07-2022</c:v>
              </c:pt>
              <c:pt idx="21">
                <c:v>08-2022</c:v>
              </c:pt>
              <c:pt idx="22">
                <c:v>09-2022</c:v>
              </c:pt>
              <c:pt idx="23">
                <c:v>10-2022</c:v>
              </c:pt>
              <c:pt idx="24">
                <c:v>11-2022</c:v>
              </c:pt>
              <c:pt idx="25">
                <c:v>12-2022</c:v>
              </c:pt>
              <c:pt idx="26">
                <c:v>01-2023</c:v>
              </c:pt>
              <c:pt idx="27">
                <c:v>02-2023</c:v>
              </c:pt>
              <c:pt idx="28">
                <c:v>03-2023</c:v>
              </c:pt>
              <c:pt idx="29">
                <c:v>04-2023</c:v>
              </c:pt>
              <c:pt idx="30">
                <c:v>05-2023</c:v>
              </c:pt>
              <c:pt idx="31">
                <c:v>06-2023</c:v>
              </c:pt>
              <c:pt idx="32">
                <c:v>07-2023</c:v>
              </c:pt>
              <c:pt idx="33">
                <c:v>08-2023</c:v>
              </c:pt>
              <c:pt idx="34">
                <c:v>09-2023</c:v>
              </c:pt>
              <c:pt idx="35">
                <c:v>10-2023</c:v>
              </c:pt>
              <c:pt idx="36">
                <c:v>11-2023</c:v>
              </c:pt>
              <c:pt idx="37">
                <c:v>12-2023</c:v>
              </c:pt>
              <c:pt idx="38">
                <c:v>01-2024</c:v>
              </c:pt>
              <c:pt idx="39">
                <c:v>02-2024</c:v>
              </c:pt>
              <c:pt idx="40">
                <c:v>03-2024</c:v>
              </c:pt>
              <c:pt idx="41">
                <c:v>04-2024</c:v>
              </c:pt>
              <c:pt idx="42">
                <c:v>05-2024</c:v>
              </c:pt>
              <c:pt idx="43">
                <c:v>06-2024</c:v>
              </c:pt>
              <c:pt idx="44">
                <c:v>07-2024</c:v>
              </c:pt>
              <c:pt idx="45">
                <c:v>08-2024</c:v>
              </c:pt>
              <c:pt idx="46">
                <c:v>09-2024</c:v>
              </c:pt>
              <c:pt idx="47">
                <c:v>10-2024</c:v>
              </c:pt>
              <c:pt idx="48">
                <c:v>11-2024</c:v>
              </c:pt>
              <c:pt idx="49">
                <c:v>12-2024</c:v>
              </c:pt>
              <c:pt idx="50">
                <c:v>01-2025</c:v>
              </c:pt>
              <c:pt idx="51">
                <c:v>02-2025</c:v>
              </c:pt>
              <c:pt idx="52">
                <c:v>03-2025</c:v>
              </c:pt>
              <c:pt idx="53">
                <c:v>04-2025</c:v>
              </c:pt>
              <c:pt idx="54">
                <c:v>05-2025</c:v>
              </c:pt>
              <c:pt idx="55">
                <c:v>06-2025</c:v>
              </c:pt>
              <c:pt idx="56">
                <c:v>07-2025</c:v>
              </c:pt>
              <c:pt idx="57">
                <c:v>08-2025</c:v>
              </c:pt>
              <c:pt idx="58">
                <c:v>09-2025</c:v>
              </c:pt>
              <c:pt idx="59">
                <c:v>10-2025</c:v>
              </c:pt>
              <c:pt idx="60">
                <c:v>11-2025</c:v>
              </c:pt>
              <c:pt idx="61">
                <c:v>12-2025</c:v>
              </c:pt>
              <c:pt idx="62">
                <c:v>01-2026</c:v>
              </c:pt>
              <c:pt idx="63">
                <c:v>02-2026</c:v>
              </c:pt>
              <c:pt idx="64">
                <c:v>03-2026</c:v>
              </c:pt>
              <c:pt idx="65">
                <c:v>04-2026</c:v>
              </c:pt>
              <c:pt idx="66">
                <c:v>05-2026</c:v>
              </c:pt>
            </c:strLit>
          </c:cat>
          <c:val>
            <c:numLit>
              <c:formatCode>0.0</c:formatCode>
              <c:ptCount val="67"/>
              <c:pt idx="0">
                <c:v>0.02188521</c:v>
              </c:pt>
              <c:pt idx="1">
                <c:v>0.02202043</c:v>
              </c:pt>
              <c:pt idx="2">
                <c:v>0.01887096</c:v>
              </c:pt>
              <c:pt idx="3">
                <c:v>0.01799784</c:v>
              </c:pt>
              <c:pt idx="4">
                <c:v>0.02107669</c:v>
              </c:pt>
              <c:pt idx="5">
                <c:v>0.01844184</c:v>
              </c:pt>
              <c:pt idx="6">
                <c:v>0.01845648</c:v>
              </c:pt>
              <c:pt idx="7">
                <c:v>0.018254450000000002</c:v>
              </c:pt>
              <c:pt idx="8">
                <c:v>0.01819626</c:v>
              </c:pt>
              <c:pt idx="9">
                <c:v>0.01873459</c:v>
              </c:pt>
              <c:pt idx="10">
                <c:v>0.01790258</c:v>
              </c:pt>
              <c:pt idx="11">
                <c:v>0.017160270000000002</c:v>
              </c:pt>
              <c:pt idx="12">
                <c:v>0.01827471</c:v>
              </c:pt>
              <c:pt idx="13">
                <c:v>0.01815922</c:v>
              </c:pt>
              <c:pt idx="14">
                <c:v>0.01619558</c:v>
              </c:pt>
              <c:pt idx="15">
                <c:v>0.01405959</c:v>
              </c:pt>
              <c:pt idx="16">
                <c:v>0.01827679</c:v>
              </c:pt>
              <c:pt idx="17">
                <c:v>0.01514447</c:v>
              </c:pt>
              <c:pt idx="18">
                <c:v>0.01685713</c:v>
              </c:pt>
              <c:pt idx="19">
                <c:v>0.01575932</c:v>
              </c:pt>
              <c:pt idx="20">
                <c:v>0.01523706</c:v>
              </c:pt>
              <c:pt idx="21">
                <c:v>0.01682709</c:v>
              </c:pt>
              <c:pt idx="22">
                <c:v>0.01545412</c:v>
              </c:pt>
              <c:pt idx="23">
                <c:v>0.0149856</c:v>
              </c:pt>
              <c:pt idx="24">
                <c:v>0.0145014</c:v>
              </c:pt>
              <c:pt idx="25">
                <c:v>0.014246950000000001</c:v>
              </c:pt>
              <c:pt idx="26">
                <c:v>0.01409141</c:v>
              </c:pt>
              <c:pt idx="27">
                <c:v>0.01239322</c:v>
              </c:pt>
              <c:pt idx="28">
                <c:v>0.01376341</c:v>
              </c:pt>
              <c:pt idx="29">
                <c:v>0.012188200000000001</c:v>
              </c:pt>
              <c:pt idx="30">
                <c:v>0.01417191</c:v>
              </c:pt>
              <c:pt idx="31">
                <c:v>0.01289839</c:v>
              </c:pt>
              <c:pt idx="32">
                <c:v>0.012782700000000001</c:v>
              </c:pt>
              <c:pt idx="33">
                <c:v>0.013113979999999999</c:v>
              </c:pt>
              <c:pt idx="34">
                <c:v>0.011916379999999999</c:v>
              </c:pt>
              <c:pt idx="35">
                <c:v>0.01290242</c:v>
              </c:pt>
              <c:pt idx="36">
                <c:v>0.01186627</c:v>
              </c:pt>
              <c:pt idx="37">
                <c:v>0.011241909999999999</c:v>
              </c:pt>
              <c:pt idx="38">
                <c:v>0.01191912</c:v>
              </c:pt>
              <c:pt idx="39">
                <c:v>0.01037338</c:v>
              </c:pt>
              <c:pt idx="40">
                <c:v>0.01012246</c:v>
              </c:pt>
              <c:pt idx="41">
                <c:v>0.01117922</c:v>
              </c:pt>
              <c:pt idx="42">
                <c:v>0.01046785</c:v>
              </c:pt>
              <c:pt idx="43">
                <c:v>0.00964276</c:v>
              </c:pt>
              <c:pt idx="44">
                <c:v>0.010942799999999999</c:v>
              </c:pt>
              <c:pt idx="45">
                <c:v>0.01000939</c:v>
              </c:pt>
              <c:pt idx="46">
                <c:v>0.00997894</c:v>
              </c:pt>
              <c:pt idx="47">
                <c:v>0.01020217</c:v>
              </c:pt>
              <c:pt idx="48">
                <c:v>0.00901891</c:v>
              </c:pt>
              <c:pt idx="49">
                <c:v>0.00961644</c:v>
              </c:pt>
              <c:pt idx="50">
                <c:v>0.00919915</c:v>
              </c:pt>
              <c:pt idx="51">
                <c:v>0.00835017</c:v>
              </c:pt>
              <c:pt idx="52">
                <c:v>0.00880883</c:v>
              </c:pt>
              <c:pt idx="53">
                <c:v>0.00845424</c:v>
              </c:pt>
              <c:pt idx="54">
                <c:v>0.008406190000000001</c:v>
              </c:pt>
              <c:pt idx="55">
                <c:v>0.008217120000000001</c:v>
              </c:pt>
              <c:pt idx="56">
                <c:v>0.00850787</c:v>
              </c:pt>
              <c:pt idx="57">
                <c:v>0.00776415</c:v>
              </c:pt>
              <c:pt idx="58">
                <c:v>0.00840146</c:v>
              </c:pt>
              <c:pt idx="59">
                <c:v>0.00813343</c:v>
              </c:pt>
              <c:pt idx="60">
                <c:v>0.00702135</c:v>
              </c:pt>
              <c:pt idx="61">
                <c:v>0.00793451</c:v>
              </c:pt>
              <c:pt idx="62">
                <c:v>0.0070538400000000005</c:v>
              </c:pt>
              <c:pt idx="63">
                <c:v>0.00626406</c:v>
              </c:pt>
              <c:pt idx="64">
                <c:v>0.00736769</c:v>
              </c:pt>
              <c:pt idx="65">
                <c:v>0.0066671099999999995</c:v>
              </c:pt>
              <c:pt idx="66">
                <c:v>0.00629928</c:v>
              </c:pt>
            </c:numLit>
          </c:val>
          <c:smooth val="0"/>
        </c:ser>
        <c:ser>
          <c:idx val="4"/>
          <c:order val="4"/>
          <c:tx>
            <c:v>TEC</c:v>
          </c:tx>
          <c:spPr>
            <a:ln xmlns:a="http://schemas.openxmlformats.org/drawingml/2006/main" w="21908">
              <a:solidFill>
                <a:srgbClr val="FDB913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6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FDB913"/>
                        </a:solidFill>
                      </a:rPr>
                      <a:t>0,0 bi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FDB913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67"/>
              <c:pt idx="0">
                <c:v>11-2020</c:v>
              </c:pt>
              <c:pt idx="1">
                <c:v>12-2020</c:v>
              </c:pt>
              <c:pt idx="2">
                <c:v>01-2021</c:v>
              </c:pt>
              <c:pt idx="3">
                <c:v>02-2021</c:v>
              </c:pt>
              <c:pt idx="4">
                <c:v>03-2021</c:v>
              </c:pt>
              <c:pt idx="5">
                <c:v>04-2021</c:v>
              </c:pt>
              <c:pt idx="6">
                <c:v>05-2021</c:v>
              </c:pt>
              <c:pt idx="7">
                <c:v>06-2021</c:v>
              </c:pt>
              <c:pt idx="8">
                <c:v>07-2021</c:v>
              </c:pt>
              <c:pt idx="9">
                <c:v>08-2021</c:v>
              </c:pt>
              <c:pt idx="10">
                <c:v>09-2021</c:v>
              </c:pt>
              <c:pt idx="11">
                <c:v>10-2021</c:v>
              </c:pt>
              <c:pt idx="12">
                <c:v>11-2021</c:v>
              </c:pt>
              <c:pt idx="13">
                <c:v>12-2021</c:v>
              </c:pt>
              <c:pt idx="14">
                <c:v>01-2022</c:v>
              </c:pt>
              <c:pt idx="15">
                <c:v>02-2022</c:v>
              </c:pt>
              <c:pt idx="16">
                <c:v>03-2022</c:v>
              </c:pt>
              <c:pt idx="17">
                <c:v>04-2022</c:v>
              </c:pt>
              <c:pt idx="18">
                <c:v>05-2022</c:v>
              </c:pt>
              <c:pt idx="19">
                <c:v>06-2022</c:v>
              </c:pt>
              <c:pt idx="20">
                <c:v>07-2022</c:v>
              </c:pt>
              <c:pt idx="21">
                <c:v>08-2022</c:v>
              </c:pt>
              <c:pt idx="22">
                <c:v>09-2022</c:v>
              </c:pt>
              <c:pt idx="23">
                <c:v>10-2022</c:v>
              </c:pt>
              <c:pt idx="24">
                <c:v>11-2022</c:v>
              </c:pt>
              <c:pt idx="25">
                <c:v>12-2022</c:v>
              </c:pt>
              <c:pt idx="26">
                <c:v>01-2023</c:v>
              </c:pt>
              <c:pt idx="27">
                <c:v>02-2023</c:v>
              </c:pt>
              <c:pt idx="28">
                <c:v>03-2023</c:v>
              </c:pt>
              <c:pt idx="29">
                <c:v>04-2023</c:v>
              </c:pt>
              <c:pt idx="30">
                <c:v>05-2023</c:v>
              </c:pt>
              <c:pt idx="31">
                <c:v>06-2023</c:v>
              </c:pt>
              <c:pt idx="32">
                <c:v>07-2023</c:v>
              </c:pt>
              <c:pt idx="33">
                <c:v>08-2023</c:v>
              </c:pt>
              <c:pt idx="34">
                <c:v>09-2023</c:v>
              </c:pt>
              <c:pt idx="35">
                <c:v>10-2023</c:v>
              </c:pt>
              <c:pt idx="36">
                <c:v>11-2023</c:v>
              </c:pt>
              <c:pt idx="37">
                <c:v>12-2023</c:v>
              </c:pt>
              <c:pt idx="38">
                <c:v>01-2024</c:v>
              </c:pt>
              <c:pt idx="39">
                <c:v>02-2024</c:v>
              </c:pt>
              <c:pt idx="40">
                <c:v>03-2024</c:v>
              </c:pt>
              <c:pt idx="41">
                <c:v>04-2024</c:v>
              </c:pt>
              <c:pt idx="42">
                <c:v>05-2024</c:v>
              </c:pt>
              <c:pt idx="43">
                <c:v>06-2024</c:v>
              </c:pt>
              <c:pt idx="44">
                <c:v>07-2024</c:v>
              </c:pt>
              <c:pt idx="45">
                <c:v>08-2024</c:v>
              </c:pt>
              <c:pt idx="46">
                <c:v>09-2024</c:v>
              </c:pt>
              <c:pt idx="47">
                <c:v>10-2024</c:v>
              </c:pt>
              <c:pt idx="48">
                <c:v>11-2024</c:v>
              </c:pt>
              <c:pt idx="49">
                <c:v>12-2024</c:v>
              </c:pt>
              <c:pt idx="50">
                <c:v>01-2025</c:v>
              </c:pt>
              <c:pt idx="51">
                <c:v>02-2025</c:v>
              </c:pt>
              <c:pt idx="52">
                <c:v>03-2025</c:v>
              </c:pt>
              <c:pt idx="53">
                <c:v>04-2025</c:v>
              </c:pt>
              <c:pt idx="54">
                <c:v>05-2025</c:v>
              </c:pt>
              <c:pt idx="55">
                <c:v>06-2025</c:v>
              </c:pt>
              <c:pt idx="56">
                <c:v>07-2025</c:v>
              </c:pt>
              <c:pt idx="57">
                <c:v>08-2025</c:v>
              </c:pt>
              <c:pt idx="58">
                <c:v>09-2025</c:v>
              </c:pt>
              <c:pt idx="59">
                <c:v>10-2025</c:v>
              </c:pt>
              <c:pt idx="60">
                <c:v>11-2025</c:v>
              </c:pt>
              <c:pt idx="61">
                <c:v>12-2025</c:v>
              </c:pt>
              <c:pt idx="62">
                <c:v>01-2026</c:v>
              </c:pt>
              <c:pt idx="63">
                <c:v>02-2026</c:v>
              </c:pt>
              <c:pt idx="64">
                <c:v>03-2026</c:v>
              </c:pt>
              <c:pt idx="65">
                <c:v>04-2026</c:v>
              </c:pt>
              <c:pt idx="66">
                <c:v>05-2026</c:v>
              </c:pt>
            </c:strLit>
          </c:cat>
          <c:val>
            <c:numLit>
              <c:formatCode>0.0</c:formatCode>
              <c:ptCount val="67"/>
              <c:pt idx="0">
                <c:v>0.00075055</c:v>
              </c:pt>
              <c:pt idx="1">
                <c:v>0.0010436500000000001</c:v>
              </c:pt>
              <c:pt idx="2">
                <c:v>0.0008016900000000001</c:v>
              </c:pt>
              <c:pt idx="3">
                <c:v>0.0007405900000000001</c:v>
              </c:pt>
              <c:pt idx="4">
                <c:v>0.00063888</c:v>
              </c:pt>
              <c:pt idx="5">
                <c:v>0.00069338</c:v>
              </c:pt>
              <c:pt idx="6">
                <c:v>0.0004898600000000001</c:v>
              </c:pt>
              <c:pt idx="7">
                <c:v>0.00069615</c:v>
              </c:pt>
              <c:pt idx="8">
                <c:v>0.00076301</c:v>
              </c:pt>
              <c:pt idx="9">
                <c:v>0.00040295</c:v>
              </c:pt>
              <c:pt idx="10">
                <c:v>0.00062411</c:v>
              </c:pt>
              <c:pt idx="11">
                <c:v>0.0006817</c:v>
              </c:pt>
              <c:pt idx="12">
                <c:v>0.0006915700000000001</c:v>
              </c:pt>
              <c:pt idx="13">
                <c:v>0.00130551</c:v>
              </c:pt>
              <c:pt idx="14">
                <c:v>0.0006759600000000001</c:v>
              </c:pt>
              <c:pt idx="15">
                <c:v>0.00053739</c:v>
              </c:pt>
              <c:pt idx="16">
                <c:v>0.00058201</c:v>
              </c:pt>
              <c:pt idx="17">
                <c:v>0.00070451</c:v>
              </c:pt>
              <c:pt idx="18">
                <c:v>0.00071497</c:v>
              </c:pt>
              <c:pt idx="19">
                <c:v>0.00069263</c:v>
              </c:pt>
              <c:pt idx="20">
                <c:v>0.00075336</c:v>
              </c:pt>
              <c:pt idx="21">
                <c:v>0.00044060000000000003</c:v>
              </c:pt>
              <c:pt idx="22">
                <c:v>0.00048381</c:v>
              </c:pt>
              <c:pt idx="23">
                <c:v>0.0006571900000000001</c:v>
              </c:pt>
              <c:pt idx="24">
                <c:v>0.00060237</c:v>
              </c:pt>
              <c:pt idx="25">
                <c:v>0.00127238</c:v>
              </c:pt>
              <c:pt idx="26">
                <c:v>0.00063237</c:v>
              </c:pt>
              <c:pt idx="27">
                <c:v>0.00064505</c:v>
              </c:pt>
              <c:pt idx="28">
                <c:v>0.00068054</c:v>
              </c:pt>
              <c:pt idx="29">
                <c:v>0.0006617000000000001</c:v>
              </c:pt>
              <c:pt idx="30">
                <c:v>0.00062033</c:v>
              </c:pt>
              <c:pt idx="31">
                <c:v>0.00071066</c:v>
              </c:pt>
              <c:pt idx="32">
                <c:v>0.0006676799999999999</c:v>
              </c:pt>
              <c:pt idx="33">
                <c:v>0.0006140900000000001</c:v>
              </c:pt>
              <c:pt idx="34">
                <c:v>0.00048331</c:v>
              </c:pt>
              <c:pt idx="35">
                <c:v>0.0006649199999999999</c:v>
              </c:pt>
              <c:pt idx="36">
                <c:v>0.0007545599999999999</c:v>
              </c:pt>
              <c:pt idx="37">
                <c:v>0.0011523699999999998</c:v>
              </c:pt>
              <c:pt idx="38">
                <c:v>0.00038718</c:v>
              </c:pt>
              <c:pt idx="39">
                <c:v>6.0009999999999996E-05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</c:numLit>
          </c:val>
          <c:smooth val="0"/>
        </c:ser>
        <c:ser>
          <c:idx val="5"/>
          <c:order val="5"/>
          <c:tx>
            <c:v>DOC</c:v>
          </c:tx>
          <c:spPr>
            <a:ln xmlns:a="http://schemas.openxmlformats.org/drawingml/2006/main" w="21908">
              <a:solidFill>
                <a:srgbClr val="7A4D9E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6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7A4D9E"/>
                        </a:solidFill>
                      </a:rPr>
                      <a:t>0,0 bi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7A4D9E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67"/>
              <c:pt idx="0">
                <c:v>11-2020</c:v>
              </c:pt>
              <c:pt idx="1">
                <c:v>12-2020</c:v>
              </c:pt>
              <c:pt idx="2">
                <c:v>01-2021</c:v>
              </c:pt>
              <c:pt idx="3">
                <c:v>02-2021</c:v>
              </c:pt>
              <c:pt idx="4">
                <c:v>03-2021</c:v>
              </c:pt>
              <c:pt idx="5">
                <c:v>04-2021</c:v>
              </c:pt>
              <c:pt idx="6">
                <c:v>05-2021</c:v>
              </c:pt>
              <c:pt idx="7">
                <c:v>06-2021</c:v>
              </c:pt>
              <c:pt idx="8">
                <c:v>07-2021</c:v>
              </c:pt>
              <c:pt idx="9">
                <c:v>08-2021</c:v>
              </c:pt>
              <c:pt idx="10">
                <c:v>09-2021</c:v>
              </c:pt>
              <c:pt idx="11">
                <c:v>10-2021</c:v>
              </c:pt>
              <c:pt idx="12">
                <c:v>11-2021</c:v>
              </c:pt>
              <c:pt idx="13">
                <c:v>12-2021</c:v>
              </c:pt>
              <c:pt idx="14">
                <c:v>01-2022</c:v>
              </c:pt>
              <c:pt idx="15">
                <c:v>02-2022</c:v>
              </c:pt>
              <c:pt idx="16">
                <c:v>03-2022</c:v>
              </c:pt>
              <c:pt idx="17">
                <c:v>04-2022</c:v>
              </c:pt>
              <c:pt idx="18">
                <c:v>05-2022</c:v>
              </c:pt>
              <c:pt idx="19">
                <c:v>06-2022</c:v>
              </c:pt>
              <c:pt idx="20">
                <c:v>07-2022</c:v>
              </c:pt>
              <c:pt idx="21">
                <c:v>08-2022</c:v>
              </c:pt>
              <c:pt idx="22">
                <c:v>09-2022</c:v>
              </c:pt>
              <c:pt idx="23">
                <c:v>10-2022</c:v>
              </c:pt>
              <c:pt idx="24">
                <c:v>11-2022</c:v>
              </c:pt>
              <c:pt idx="25">
                <c:v>12-2022</c:v>
              </c:pt>
              <c:pt idx="26">
                <c:v>01-2023</c:v>
              </c:pt>
              <c:pt idx="27">
                <c:v>02-2023</c:v>
              </c:pt>
              <c:pt idx="28">
                <c:v>03-2023</c:v>
              </c:pt>
              <c:pt idx="29">
                <c:v>04-2023</c:v>
              </c:pt>
              <c:pt idx="30">
                <c:v>05-2023</c:v>
              </c:pt>
              <c:pt idx="31">
                <c:v>06-2023</c:v>
              </c:pt>
              <c:pt idx="32">
                <c:v>07-2023</c:v>
              </c:pt>
              <c:pt idx="33">
                <c:v>08-2023</c:v>
              </c:pt>
              <c:pt idx="34">
                <c:v>09-2023</c:v>
              </c:pt>
              <c:pt idx="35">
                <c:v>10-2023</c:v>
              </c:pt>
              <c:pt idx="36">
                <c:v>11-2023</c:v>
              </c:pt>
              <c:pt idx="37">
                <c:v>12-2023</c:v>
              </c:pt>
              <c:pt idx="38">
                <c:v>01-2024</c:v>
              </c:pt>
              <c:pt idx="39">
                <c:v>02-2024</c:v>
              </c:pt>
              <c:pt idx="40">
                <c:v>03-2024</c:v>
              </c:pt>
              <c:pt idx="41">
                <c:v>04-2024</c:v>
              </c:pt>
              <c:pt idx="42">
                <c:v>05-2024</c:v>
              </c:pt>
              <c:pt idx="43">
                <c:v>06-2024</c:v>
              </c:pt>
              <c:pt idx="44">
                <c:v>07-2024</c:v>
              </c:pt>
              <c:pt idx="45">
                <c:v>08-2024</c:v>
              </c:pt>
              <c:pt idx="46">
                <c:v>09-2024</c:v>
              </c:pt>
              <c:pt idx="47">
                <c:v>10-2024</c:v>
              </c:pt>
              <c:pt idx="48">
                <c:v>11-2024</c:v>
              </c:pt>
              <c:pt idx="49">
                <c:v>12-2024</c:v>
              </c:pt>
              <c:pt idx="50">
                <c:v>01-2025</c:v>
              </c:pt>
              <c:pt idx="51">
                <c:v>02-2025</c:v>
              </c:pt>
              <c:pt idx="52">
                <c:v>03-2025</c:v>
              </c:pt>
              <c:pt idx="53">
                <c:v>04-2025</c:v>
              </c:pt>
              <c:pt idx="54">
                <c:v>05-2025</c:v>
              </c:pt>
              <c:pt idx="55">
                <c:v>06-2025</c:v>
              </c:pt>
              <c:pt idx="56">
                <c:v>07-2025</c:v>
              </c:pt>
              <c:pt idx="57">
                <c:v>08-2025</c:v>
              </c:pt>
              <c:pt idx="58">
                <c:v>09-2025</c:v>
              </c:pt>
              <c:pt idx="59">
                <c:v>10-2025</c:v>
              </c:pt>
              <c:pt idx="60">
                <c:v>11-2025</c:v>
              </c:pt>
              <c:pt idx="61">
                <c:v>12-2025</c:v>
              </c:pt>
              <c:pt idx="62">
                <c:v>01-2026</c:v>
              </c:pt>
              <c:pt idx="63">
                <c:v>02-2026</c:v>
              </c:pt>
              <c:pt idx="64">
                <c:v>03-2026</c:v>
              </c:pt>
              <c:pt idx="65">
                <c:v>04-2026</c:v>
              </c:pt>
              <c:pt idx="66">
                <c:v>05-2026</c:v>
              </c:pt>
            </c:strLit>
          </c:cat>
          <c:val>
            <c:numLit>
              <c:formatCode>0.0</c:formatCode>
              <c:ptCount val="67"/>
              <c:pt idx="0">
                <c:v>0.022362970000000003</c:v>
              </c:pt>
              <c:pt idx="1">
                <c:v>0.01677477</c:v>
              </c:pt>
              <c:pt idx="2">
                <c:v>0.014474540000000001</c:v>
              </c:pt>
              <c:pt idx="3">
                <c:v>0.00862289</c:v>
              </c:pt>
              <c:pt idx="4">
                <c:v>0.008589920000000001</c:v>
              </c:pt>
              <c:pt idx="5">
                <c:v>0.0075350600000000005</c:v>
              </c:pt>
              <c:pt idx="6">
                <c:v>0.010221540000000001</c:v>
              </c:pt>
              <c:pt idx="7">
                <c:v>0.01090282</c:v>
              </c:pt>
              <c:pt idx="8">
                <c:v>0.01136675</c:v>
              </c:pt>
              <c:pt idx="9">
                <c:v>0.01009559</c:v>
              </c:pt>
              <c:pt idx="10">
                <c:v>0.00620563</c:v>
              </c:pt>
              <c:pt idx="11">
                <c:v>0.0060507600000000005</c:v>
              </c:pt>
              <c:pt idx="12">
                <c:v>0.00564819</c:v>
              </c:pt>
              <c:pt idx="13">
                <c:v>0.00501786</c:v>
              </c:pt>
              <c:pt idx="14">
                <c:v>0.0041936199999999995</c:v>
              </c:pt>
              <c:pt idx="15">
                <c:v>0.00409513</c:v>
              </c:pt>
              <c:pt idx="16">
                <c:v>0.004906229999999999</c:v>
              </c:pt>
              <c:pt idx="17">
                <c:v>0.00410558</c:v>
              </c:pt>
              <c:pt idx="18">
                <c:v>0.00701402</c:v>
              </c:pt>
              <c:pt idx="19">
                <c:v>0.00678549</c:v>
              </c:pt>
              <c:pt idx="20">
                <c:v>0.0071051000000000005</c:v>
              </c:pt>
              <c:pt idx="21">
                <c:v>0.00669435</c:v>
              </c:pt>
              <c:pt idx="22">
                <c:v>0.00424783</c:v>
              </c:pt>
              <c:pt idx="23">
                <c:v>0.0034110300000000002</c:v>
              </c:pt>
              <c:pt idx="24">
                <c:v>0.0032489899999999998</c:v>
              </c:pt>
              <c:pt idx="25">
                <c:v>0.00321172</c:v>
              </c:pt>
              <c:pt idx="26">
                <c:v>0.00249945</c:v>
              </c:pt>
              <c:pt idx="27">
                <c:v>0.00243612</c:v>
              </c:pt>
              <c:pt idx="28">
                <c:v>0.00259533</c:v>
              </c:pt>
              <c:pt idx="29">
                <c:v>0.00237817</c:v>
              </c:pt>
              <c:pt idx="30">
                <c:v>0.004139189999999999</c:v>
              </c:pt>
              <c:pt idx="31">
                <c:v>0.0038108</c:v>
              </c:pt>
              <c:pt idx="32">
                <c:v>0.00472299</c:v>
              </c:pt>
              <c:pt idx="33">
                <c:v>0.005253949999999999</c:v>
              </c:pt>
              <c:pt idx="34">
                <c:v>0.0026368800000000003</c:v>
              </c:pt>
              <c:pt idx="35">
                <c:v>0.00174638</c:v>
              </c:pt>
              <c:pt idx="36">
                <c:v>0.00150638</c:v>
              </c:pt>
              <c:pt idx="37">
                <c:v>0.0014120299999999999</c:v>
              </c:pt>
              <c:pt idx="38">
                <c:v>0.00060076</c:v>
              </c:pt>
              <c:pt idx="39">
                <c:v>6.189E-05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</c:numLit>
          </c:val>
          <c:smooth val="0"/>
        </c:ser>
        <c:dLbls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6B6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B6B6B"/>
                    </a:solidFill>
                  </a:rPr>
                  <a:t>bilhões de transações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B6B6B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6B6B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1F1F1F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Pix</c:v>
          </c:tx>
          <c:spPr>
            <a:ln xmlns:a="http://schemas.openxmlformats.org/drawingml/2006/main" w="21908">
              <a:solidFill>
                <a:srgbClr val="EC7000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6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EC7000"/>
                        </a:solidFill>
                      </a:rPr>
                      <a:t>3,5 tri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EC7000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67"/>
              <c:pt idx="0">
                <c:v>11-2020</c:v>
              </c:pt>
              <c:pt idx="1">
                <c:v>12-2020</c:v>
              </c:pt>
              <c:pt idx="2">
                <c:v>01-2021</c:v>
              </c:pt>
              <c:pt idx="3">
                <c:v>02-2021</c:v>
              </c:pt>
              <c:pt idx="4">
                <c:v>03-2021</c:v>
              </c:pt>
              <c:pt idx="5">
                <c:v>04-2021</c:v>
              </c:pt>
              <c:pt idx="6">
                <c:v>05-2021</c:v>
              </c:pt>
              <c:pt idx="7">
                <c:v>06-2021</c:v>
              </c:pt>
              <c:pt idx="8">
                <c:v>07-2021</c:v>
              </c:pt>
              <c:pt idx="9">
                <c:v>08-2021</c:v>
              </c:pt>
              <c:pt idx="10">
                <c:v>09-2021</c:v>
              </c:pt>
              <c:pt idx="11">
                <c:v>10-2021</c:v>
              </c:pt>
              <c:pt idx="12">
                <c:v>11-2021</c:v>
              </c:pt>
              <c:pt idx="13">
                <c:v>12-2021</c:v>
              </c:pt>
              <c:pt idx="14">
                <c:v>01-2022</c:v>
              </c:pt>
              <c:pt idx="15">
                <c:v>02-2022</c:v>
              </c:pt>
              <c:pt idx="16">
                <c:v>03-2022</c:v>
              </c:pt>
              <c:pt idx="17">
                <c:v>04-2022</c:v>
              </c:pt>
              <c:pt idx="18">
                <c:v>05-2022</c:v>
              </c:pt>
              <c:pt idx="19">
                <c:v>06-2022</c:v>
              </c:pt>
              <c:pt idx="20">
                <c:v>07-2022</c:v>
              </c:pt>
              <c:pt idx="21">
                <c:v>08-2022</c:v>
              </c:pt>
              <c:pt idx="22">
                <c:v>09-2022</c:v>
              </c:pt>
              <c:pt idx="23">
                <c:v>10-2022</c:v>
              </c:pt>
              <c:pt idx="24">
                <c:v>11-2022</c:v>
              </c:pt>
              <c:pt idx="25">
                <c:v>12-2022</c:v>
              </c:pt>
              <c:pt idx="26">
                <c:v>01-2023</c:v>
              </c:pt>
              <c:pt idx="27">
                <c:v>02-2023</c:v>
              </c:pt>
              <c:pt idx="28">
                <c:v>03-2023</c:v>
              </c:pt>
              <c:pt idx="29">
                <c:v>04-2023</c:v>
              </c:pt>
              <c:pt idx="30">
                <c:v>05-2023</c:v>
              </c:pt>
              <c:pt idx="31">
                <c:v>06-2023</c:v>
              </c:pt>
              <c:pt idx="32">
                <c:v>07-2023</c:v>
              </c:pt>
              <c:pt idx="33">
                <c:v>08-2023</c:v>
              </c:pt>
              <c:pt idx="34">
                <c:v>09-2023</c:v>
              </c:pt>
              <c:pt idx="35">
                <c:v>10-2023</c:v>
              </c:pt>
              <c:pt idx="36">
                <c:v>11-2023</c:v>
              </c:pt>
              <c:pt idx="37">
                <c:v>12-2023</c:v>
              </c:pt>
              <c:pt idx="38">
                <c:v>01-2024</c:v>
              </c:pt>
              <c:pt idx="39">
                <c:v>02-2024</c:v>
              </c:pt>
              <c:pt idx="40">
                <c:v>03-2024</c:v>
              </c:pt>
              <c:pt idx="41">
                <c:v>04-2024</c:v>
              </c:pt>
              <c:pt idx="42">
                <c:v>05-2024</c:v>
              </c:pt>
              <c:pt idx="43">
                <c:v>06-2024</c:v>
              </c:pt>
              <c:pt idx="44">
                <c:v>07-2024</c:v>
              </c:pt>
              <c:pt idx="45">
                <c:v>08-2024</c:v>
              </c:pt>
              <c:pt idx="46">
                <c:v>09-2024</c:v>
              </c:pt>
              <c:pt idx="47">
                <c:v>10-2024</c:v>
              </c:pt>
              <c:pt idx="48">
                <c:v>11-2024</c:v>
              </c:pt>
              <c:pt idx="49">
                <c:v>12-2024</c:v>
              </c:pt>
              <c:pt idx="50">
                <c:v>01-2025</c:v>
              </c:pt>
              <c:pt idx="51">
                <c:v>02-2025</c:v>
              </c:pt>
              <c:pt idx="52">
                <c:v>03-2025</c:v>
              </c:pt>
              <c:pt idx="53">
                <c:v>04-2025</c:v>
              </c:pt>
              <c:pt idx="54">
                <c:v>05-2025</c:v>
              </c:pt>
              <c:pt idx="55">
                <c:v>06-2025</c:v>
              </c:pt>
              <c:pt idx="56">
                <c:v>07-2025</c:v>
              </c:pt>
              <c:pt idx="57">
                <c:v>08-2025</c:v>
              </c:pt>
              <c:pt idx="58">
                <c:v>09-2025</c:v>
              </c:pt>
              <c:pt idx="59">
                <c:v>10-2025</c:v>
              </c:pt>
              <c:pt idx="60">
                <c:v>11-2025</c:v>
              </c:pt>
              <c:pt idx="61">
                <c:v>12-2025</c:v>
              </c:pt>
              <c:pt idx="62">
                <c:v>01-2026</c:v>
              </c:pt>
              <c:pt idx="63">
                <c:v>02-2026</c:v>
              </c:pt>
              <c:pt idx="64">
                <c:v>03-2026</c:v>
              </c:pt>
              <c:pt idx="65">
                <c:v>04-2026</c:v>
              </c:pt>
              <c:pt idx="66">
                <c:v>05-2026</c:v>
              </c:pt>
            </c:strLit>
          </c:cat>
          <c:val>
            <c:numLit>
              <c:formatCode>0.0</c:formatCode>
              <c:ptCount val="67"/>
              <c:pt idx="0">
                <c:v>0.029196990000000003</c:v>
              </c:pt>
              <c:pt idx="1">
                <c:v>0.12069792</c:v>
              </c:pt>
              <c:pt idx="2">
                <c:v>0.15657683</c:v>
              </c:pt>
              <c:pt idx="3">
                <c:v>0.1954645</c:v>
              </c:pt>
              <c:pt idx="4">
                <c:v>0.27300519</c:v>
              </c:pt>
              <c:pt idx="5">
                <c:v>0.31291245</c:v>
              </c:pt>
              <c:pt idx="6">
                <c:v>0.37652108</c:v>
              </c:pt>
              <c:pt idx="7">
                <c:v>0.41630168</c:v>
              </c:pt>
              <c:pt idx="8">
                <c:v>0.47440692</c:v>
              </c:pt>
              <c:pt idx="9">
                <c:v>0.5293256999999999</c:v>
              </c:pt>
              <c:pt idx="10">
                <c:v>0.55318359</c:v>
              </c:pt>
              <c:pt idx="11">
                <c:v>0.5806111500000001</c:v>
              </c:pt>
              <c:pt idx="12">
                <c:v>0.6209231</c:v>
              </c:pt>
              <c:pt idx="13">
                <c:v>0.71488443</c:v>
              </c:pt>
              <c:pt idx="14">
                <c:v>0.6363331999999999</c:v>
              </c:pt>
              <c:pt idx="15">
                <c:v>0.6444757</c:v>
              </c:pt>
              <c:pt idx="16">
                <c:v>0.78701765</c:v>
              </c:pt>
              <c:pt idx="17">
                <c:v>0.7721714300000001</c:v>
              </c:pt>
              <c:pt idx="18">
                <c:v>0.8823948</c:v>
              </c:pt>
              <c:pt idx="19">
                <c:v>0.8888181700000001</c:v>
              </c:pt>
              <c:pt idx="20">
                <c:v>0.93309809</c:v>
              </c:pt>
              <c:pt idx="21">
                <c:v>0.98378949</c:v>
              </c:pt>
              <c:pt idx="22">
                <c:v>1.01952637</c:v>
              </c:pt>
              <c:pt idx="23">
                <c:v>1.04641303</c:v>
              </c:pt>
              <c:pt idx="24">
                <c:v>1.0753109699999999</c:v>
              </c:pt>
              <c:pt idx="25">
                <c:v>1.22118967</c:v>
              </c:pt>
              <c:pt idx="26">
                <c:v>1.11123254</c:v>
              </c:pt>
              <c:pt idx="27">
                <c:v>1.05563904</c:v>
              </c:pt>
              <c:pt idx="28">
                <c:v>1.28032399</c:v>
              </c:pt>
              <c:pt idx="29">
                <c:v>1.1915851499999999</c:v>
              </c:pt>
              <c:pt idx="30">
                <c:v>1.3430301</c:v>
              </c:pt>
              <c:pt idx="31">
                <c:v>1.3657619699999999</c:v>
              </c:pt>
              <c:pt idx="32">
                <c:v>1.42269171</c:v>
              </c:pt>
              <c:pt idx="33">
                <c:v>1.51893278</c:v>
              </c:pt>
              <c:pt idx="34">
                <c:v>1.52790508</c:v>
              </c:pt>
              <c:pt idx="35">
                <c:v>1.6529218700000001</c:v>
              </c:pt>
              <c:pt idx="36">
                <c:v>1.72739713</c:v>
              </c:pt>
              <c:pt idx="37">
                <c:v>1.919836</c:v>
              </c:pt>
              <c:pt idx="38">
                <c:v>1.80438292</c:v>
              </c:pt>
              <c:pt idx="39">
                <c:v>1.7039352700000001</c:v>
              </c:pt>
              <c:pt idx="40">
                <c:v>1.9209867</c:v>
              </c:pt>
              <c:pt idx="41">
                <c:v>2.06261086</c:v>
              </c:pt>
              <c:pt idx="42">
                <c:v>2.10332929</c:v>
              </c:pt>
              <c:pt idx="43">
                <c:v>2.11834271</c:v>
              </c:pt>
              <c:pt idx="44">
                <c:v>2.33830463</c:v>
              </c:pt>
              <c:pt idx="45">
                <c:v>2.3264185</c:v>
              </c:pt>
              <c:pt idx="46">
                <c:v>2.31352507</c:v>
              </c:pt>
              <c:pt idx="47">
                <c:v>2.47699853</c:v>
              </c:pt>
              <c:pt idx="48">
                <c:v>2.45718961</c:v>
              </c:pt>
              <c:pt idx="49">
                <c:v>2.77848688</c:v>
              </c:pt>
              <c:pt idx="50">
                <c:v>2.47105036</c:v>
              </c:pt>
              <c:pt idx="51">
                <c:v>2.43050794</c:v>
              </c:pt>
              <c:pt idx="52">
                <c:v>2.56811693</c:v>
              </c:pt>
              <c:pt idx="53">
                <c:v>2.6746258</c:v>
              </c:pt>
              <c:pt idx="54">
                <c:v>2.8202256</c:v>
              </c:pt>
              <c:pt idx="55">
                <c:v>2.8673251299999998</c:v>
              </c:pt>
              <c:pt idx="56">
                <c:v>3.0569537700000002</c:v>
              </c:pt>
              <c:pt idx="57">
                <c:v>3.0350150499999997</c:v>
              </c:pt>
              <c:pt idx="58">
                <c:v>3.18039271</c:v>
              </c:pt>
              <c:pt idx="59">
                <c:v>3.31750597</c:v>
              </c:pt>
              <c:pt idx="60">
                <c:v>3.1238830899999996</c:v>
              </c:pt>
              <c:pt idx="61">
                <c:v>3.7737317000000004</c:v>
              </c:pt>
              <c:pt idx="62">
                <c:v>3.17125812</c:v>
              </c:pt>
              <c:pt idx="63">
                <c:v>2.99706995</c:v>
              </c:pt>
              <c:pt idx="64">
                <c:v>3.53399853</c:v>
              </c:pt>
              <c:pt idx="65">
                <c:v>3.42199892</c:v>
              </c:pt>
              <c:pt idx="66">
                <c:v>3.47818309</c:v>
              </c:pt>
            </c:numLit>
          </c:val>
          <c:smooth val="0"/>
        </c:ser>
        <c:ser>
          <c:idx val="1"/>
          <c:order val="1"/>
          <c:tx>
            <c:v>TED</c:v>
          </c:tx>
          <c:spPr>
            <a:ln xmlns:a="http://schemas.openxmlformats.org/drawingml/2006/main" w="21908">
              <a:solidFill>
                <a:srgbClr val="000000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6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000000"/>
                        </a:solidFill>
                      </a:rPr>
                      <a:t>3,8 tri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67"/>
              <c:pt idx="0">
                <c:v>11-2020</c:v>
              </c:pt>
              <c:pt idx="1">
                <c:v>12-2020</c:v>
              </c:pt>
              <c:pt idx="2">
                <c:v>01-2021</c:v>
              </c:pt>
              <c:pt idx="3">
                <c:v>02-2021</c:v>
              </c:pt>
              <c:pt idx="4">
                <c:v>03-2021</c:v>
              </c:pt>
              <c:pt idx="5">
                <c:v>04-2021</c:v>
              </c:pt>
              <c:pt idx="6">
                <c:v>05-2021</c:v>
              </c:pt>
              <c:pt idx="7">
                <c:v>06-2021</c:v>
              </c:pt>
              <c:pt idx="8">
                <c:v>07-2021</c:v>
              </c:pt>
              <c:pt idx="9">
                <c:v>08-2021</c:v>
              </c:pt>
              <c:pt idx="10">
                <c:v>09-2021</c:v>
              </c:pt>
              <c:pt idx="11">
                <c:v>10-2021</c:v>
              </c:pt>
              <c:pt idx="12">
                <c:v>11-2021</c:v>
              </c:pt>
              <c:pt idx="13">
                <c:v>12-2021</c:v>
              </c:pt>
              <c:pt idx="14">
                <c:v>01-2022</c:v>
              </c:pt>
              <c:pt idx="15">
                <c:v>02-2022</c:v>
              </c:pt>
              <c:pt idx="16">
                <c:v>03-2022</c:v>
              </c:pt>
              <c:pt idx="17">
                <c:v>04-2022</c:v>
              </c:pt>
              <c:pt idx="18">
                <c:v>05-2022</c:v>
              </c:pt>
              <c:pt idx="19">
                <c:v>06-2022</c:v>
              </c:pt>
              <c:pt idx="20">
                <c:v>07-2022</c:v>
              </c:pt>
              <c:pt idx="21">
                <c:v>08-2022</c:v>
              </c:pt>
              <c:pt idx="22">
                <c:v>09-2022</c:v>
              </c:pt>
              <c:pt idx="23">
                <c:v>10-2022</c:v>
              </c:pt>
              <c:pt idx="24">
                <c:v>11-2022</c:v>
              </c:pt>
              <c:pt idx="25">
                <c:v>12-2022</c:v>
              </c:pt>
              <c:pt idx="26">
                <c:v>01-2023</c:v>
              </c:pt>
              <c:pt idx="27">
                <c:v>02-2023</c:v>
              </c:pt>
              <c:pt idx="28">
                <c:v>03-2023</c:v>
              </c:pt>
              <c:pt idx="29">
                <c:v>04-2023</c:v>
              </c:pt>
              <c:pt idx="30">
                <c:v>05-2023</c:v>
              </c:pt>
              <c:pt idx="31">
                <c:v>06-2023</c:v>
              </c:pt>
              <c:pt idx="32">
                <c:v>07-2023</c:v>
              </c:pt>
              <c:pt idx="33">
                <c:v>08-2023</c:v>
              </c:pt>
              <c:pt idx="34">
                <c:v>09-2023</c:v>
              </c:pt>
              <c:pt idx="35">
                <c:v>10-2023</c:v>
              </c:pt>
              <c:pt idx="36">
                <c:v>11-2023</c:v>
              </c:pt>
              <c:pt idx="37">
                <c:v>12-2023</c:v>
              </c:pt>
              <c:pt idx="38">
                <c:v>01-2024</c:v>
              </c:pt>
              <c:pt idx="39">
                <c:v>02-2024</c:v>
              </c:pt>
              <c:pt idx="40">
                <c:v>03-2024</c:v>
              </c:pt>
              <c:pt idx="41">
                <c:v>04-2024</c:v>
              </c:pt>
              <c:pt idx="42">
                <c:v>05-2024</c:v>
              </c:pt>
              <c:pt idx="43">
                <c:v>06-2024</c:v>
              </c:pt>
              <c:pt idx="44">
                <c:v>07-2024</c:v>
              </c:pt>
              <c:pt idx="45">
                <c:v>08-2024</c:v>
              </c:pt>
              <c:pt idx="46">
                <c:v>09-2024</c:v>
              </c:pt>
              <c:pt idx="47">
                <c:v>10-2024</c:v>
              </c:pt>
              <c:pt idx="48">
                <c:v>11-2024</c:v>
              </c:pt>
              <c:pt idx="49">
                <c:v>12-2024</c:v>
              </c:pt>
              <c:pt idx="50">
                <c:v>01-2025</c:v>
              </c:pt>
              <c:pt idx="51">
                <c:v>02-2025</c:v>
              </c:pt>
              <c:pt idx="52">
                <c:v>03-2025</c:v>
              </c:pt>
              <c:pt idx="53">
                <c:v>04-2025</c:v>
              </c:pt>
              <c:pt idx="54">
                <c:v>05-2025</c:v>
              </c:pt>
              <c:pt idx="55">
                <c:v>06-2025</c:v>
              </c:pt>
              <c:pt idx="56">
                <c:v>07-2025</c:v>
              </c:pt>
              <c:pt idx="57">
                <c:v>08-2025</c:v>
              </c:pt>
              <c:pt idx="58">
                <c:v>09-2025</c:v>
              </c:pt>
              <c:pt idx="59">
                <c:v>10-2025</c:v>
              </c:pt>
              <c:pt idx="60">
                <c:v>11-2025</c:v>
              </c:pt>
              <c:pt idx="61">
                <c:v>12-2025</c:v>
              </c:pt>
              <c:pt idx="62">
                <c:v>01-2026</c:v>
              </c:pt>
              <c:pt idx="63">
                <c:v>02-2026</c:v>
              </c:pt>
              <c:pt idx="64">
                <c:v>03-2026</c:v>
              </c:pt>
              <c:pt idx="65">
                <c:v>04-2026</c:v>
              </c:pt>
              <c:pt idx="66">
                <c:v>05-2026</c:v>
              </c:pt>
            </c:strLit>
          </c:cat>
          <c:val>
            <c:numLit>
              <c:formatCode>0.0</c:formatCode>
              <c:ptCount val="67"/>
              <c:pt idx="0">
                <c:v>2.5711888700000003</c:v>
              </c:pt>
              <c:pt idx="1">
                <c:v>2.93569091</c:v>
              </c:pt>
              <c:pt idx="2">
                <c:v>2.42964971</c:v>
              </c:pt>
              <c:pt idx="3">
                <c:v>2.38102103</c:v>
              </c:pt>
              <c:pt idx="4">
                <c:v>3.08374342</c:v>
              </c:pt>
              <c:pt idx="5">
                <c:v>2.73589274</c:v>
              </c:pt>
              <c:pt idx="6">
                <c:v>2.85029809</c:v>
              </c:pt>
              <c:pt idx="7">
                <c:v>2.98059644</c:v>
              </c:pt>
              <c:pt idx="8">
                <c:v>3.00802183</c:v>
              </c:pt>
              <c:pt idx="9">
                <c:v>3.1597153199999997</c:v>
              </c:pt>
              <c:pt idx="10">
                <c:v>3.0893091299999997</c:v>
              </c:pt>
              <c:pt idx="11">
                <c:v>3.0908553199999997</c:v>
              </c:pt>
              <c:pt idx="12">
                <c:v>3.04620231</c:v>
              </c:pt>
              <c:pt idx="13">
                <c:v>3.67023548</c:v>
              </c:pt>
              <c:pt idx="14">
                <c:v>3.04293765</c:v>
              </c:pt>
              <c:pt idx="15">
                <c:v>2.8808554500000003</c:v>
              </c:pt>
              <c:pt idx="16">
                <c:v>3.58336523</c:v>
              </c:pt>
              <c:pt idx="17">
                <c:v>3.2118933700000003</c:v>
              </c:pt>
              <c:pt idx="18">
                <c:v>3.6958335</c:v>
              </c:pt>
              <c:pt idx="19">
                <c:v>3.5418477999999998</c:v>
              </c:pt>
              <c:pt idx="20">
                <c:v>3.37876436</c:v>
              </c:pt>
              <c:pt idx="21">
                <c:v>3.58744245</c:v>
              </c:pt>
              <c:pt idx="22">
                <c:v>3.47155634</c:v>
              </c:pt>
              <c:pt idx="23">
                <c:v>3.24809931</c:v>
              </c:pt>
              <c:pt idx="24">
                <c:v>3.32369777</c:v>
              </c:pt>
              <c:pt idx="25">
                <c:v>3.81032455</c:v>
              </c:pt>
              <c:pt idx="26">
                <c:v>3.39458349</c:v>
              </c:pt>
              <c:pt idx="27">
                <c:v>2.8894229300000003</c:v>
              </c:pt>
              <c:pt idx="28">
                <c:v>3.6355964199999997</c:v>
              </c:pt>
              <c:pt idx="29">
                <c:v>3.2345490299999997</c:v>
              </c:pt>
              <c:pt idx="30">
                <c:v>3.76392598</c:v>
              </c:pt>
              <c:pt idx="31">
                <c:v>3.65898812</c:v>
              </c:pt>
              <c:pt idx="32">
                <c:v>3.3633373399999997</c:v>
              </c:pt>
              <c:pt idx="33">
                <c:v>3.40686468</c:v>
              </c:pt>
              <c:pt idx="34">
                <c:v>3.19004986</c:v>
              </c:pt>
              <c:pt idx="35">
                <c:v>3.3251681200000003</c:v>
              </c:pt>
              <c:pt idx="36">
                <c:v>3.13599481</c:v>
              </c:pt>
              <c:pt idx="37">
                <c:v>3.62975888</c:v>
              </c:pt>
              <c:pt idx="38">
                <c:v>3.33734485</c:v>
              </c:pt>
              <c:pt idx="39">
                <c:v>2.9812264500000003</c:v>
              </c:pt>
              <c:pt idx="40">
                <c:v>3.33305427</c:v>
              </c:pt>
              <c:pt idx="41">
                <c:v>3.6526064799999998</c:v>
              </c:pt>
              <c:pt idx="42">
                <c:v>3.4820369700000002</c:v>
              </c:pt>
              <c:pt idx="43">
                <c:v>3.52791228</c:v>
              </c:pt>
              <c:pt idx="44">
                <c:v>3.82894882</c:v>
              </c:pt>
              <c:pt idx="45">
                <c:v>3.62102265</c:v>
              </c:pt>
              <c:pt idx="46">
                <c:v>3.73024621</c:v>
              </c:pt>
              <c:pt idx="47">
                <c:v>3.88578981</c:v>
              </c:pt>
              <c:pt idx="48">
                <c:v>3.5037135</c:v>
              </c:pt>
              <c:pt idx="49">
                <c:v>4.257762349999999</c:v>
              </c:pt>
              <c:pt idx="50">
                <c:v>3.70572169</c:v>
              </c:pt>
              <c:pt idx="51">
                <c:v>3.37876496</c:v>
              </c:pt>
              <c:pt idx="52">
                <c:v>3.6831994900000002</c:v>
              </c:pt>
              <c:pt idx="53">
                <c:v>3.85045225</c:v>
              </c:pt>
              <c:pt idx="54">
                <c:v>3.79949218</c:v>
              </c:pt>
              <c:pt idx="55">
                <c:v>3.74291128</c:v>
              </c:pt>
              <c:pt idx="56">
                <c:v>3.9151666499999997</c:v>
              </c:pt>
              <c:pt idx="57">
                <c:v>3.70099964</c:v>
              </c:pt>
              <c:pt idx="58">
                <c:v>3.93573015</c:v>
              </c:pt>
              <c:pt idx="59">
                <c:v>3.9353951</c:v>
              </c:pt>
              <c:pt idx="60">
                <c:v>3.6096595299999996</c:v>
              </c:pt>
              <c:pt idx="61">
                <c:v>4.59860234</c:v>
              </c:pt>
              <c:pt idx="62">
                <c:v>3.8305397599999997</c:v>
              </c:pt>
              <c:pt idx="63">
                <c:v>3.3426720899999998</c:v>
              </c:pt>
              <c:pt idx="64">
                <c:v>4.19679601</c:v>
              </c:pt>
              <c:pt idx="65">
                <c:v>4.09178105</c:v>
              </c:pt>
              <c:pt idx="66">
                <c:v>3.82823322</c:v>
              </c:pt>
            </c:numLit>
          </c:val>
          <c:smooth val="0"/>
        </c:ser>
        <c:ser>
          <c:idx val="2"/>
          <c:order val="2"/>
          <c:tx>
            <c:v>Boleto</c:v>
          </c:tx>
          <c:spPr>
            <a:ln xmlns:a="http://schemas.openxmlformats.org/drawingml/2006/main" w="21908">
              <a:solidFill>
                <a:srgbClr val="6B6B6B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6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6B6B6B"/>
                        </a:solidFill>
                      </a:rPr>
                      <a:t>0,5 tri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6B6B6B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67"/>
              <c:pt idx="0">
                <c:v>11-2020</c:v>
              </c:pt>
              <c:pt idx="1">
                <c:v>12-2020</c:v>
              </c:pt>
              <c:pt idx="2">
                <c:v>01-2021</c:v>
              </c:pt>
              <c:pt idx="3">
                <c:v>02-2021</c:v>
              </c:pt>
              <c:pt idx="4">
                <c:v>03-2021</c:v>
              </c:pt>
              <c:pt idx="5">
                <c:v>04-2021</c:v>
              </c:pt>
              <c:pt idx="6">
                <c:v>05-2021</c:v>
              </c:pt>
              <c:pt idx="7">
                <c:v>06-2021</c:v>
              </c:pt>
              <c:pt idx="8">
                <c:v>07-2021</c:v>
              </c:pt>
              <c:pt idx="9">
                <c:v>08-2021</c:v>
              </c:pt>
              <c:pt idx="10">
                <c:v>09-2021</c:v>
              </c:pt>
              <c:pt idx="11">
                <c:v>10-2021</c:v>
              </c:pt>
              <c:pt idx="12">
                <c:v>11-2021</c:v>
              </c:pt>
              <c:pt idx="13">
                <c:v>12-2021</c:v>
              </c:pt>
              <c:pt idx="14">
                <c:v>01-2022</c:v>
              </c:pt>
              <c:pt idx="15">
                <c:v>02-2022</c:v>
              </c:pt>
              <c:pt idx="16">
                <c:v>03-2022</c:v>
              </c:pt>
              <c:pt idx="17">
                <c:v>04-2022</c:v>
              </c:pt>
              <c:pt idx="18">
                <c:v>05-2022</c:v>
              </c:pt>
              <c:pt idx="19">
                <c:v>06-2022</c:v>
              </c:pt>
              <c:pt idx="20">
                <c:v>07-2022</c:v>
              </c:pt>
              <c:pt idx="21">
                <c:v>08-2022</c:v>
              </c:pt>
              <c:pt idx="22">
                <c:v>09-2022</c:v>
              </c:pt>
              <c:pt idx="23">
                <c:v>10-2022</c:v>
              </c:pt>
              <c:pt idx="24">
                <c:v>11-2022</c:v>
              </c:pt>
              <c:pt idx="25">
                <c:v>12-2022</c:v>
              </c:pt>
              <c:pt idx="26">
                <c:v>01-2023</c:v>
              </c:pt>
              <c:pt idx="27">
                <c:v>02-2023</c:v>
              </c:pt>
              <c:pt idx="28">
                <c:v>03-2023</c:v>
              </c:pt>
              <c:pt idx="29">
                <c:v>04-2023</c:v>
              </c:pt>
              <c:pt idx="30">
                <c:v>05-2023</c:v>
              </c:pt>
              <c:pt idx="31">
                <c:v>06-2023</c:v>
              </c:pt>
              <c:pt idx="32">
                <c:v>07-2023</c:v>
              </c:pt>
              <c:pt idx="33">
                <c:v>08-2023</c:v>
              </c:pt>
              <c:pt idx="34">
                <c:v>09-2023</c:v>
              </c:pt>
              <c:pt idx="35">
                <c:v>10-2023</c:v>
              </c:pt>
              <c:pt idx="36">
                <c:v>11-2023</c:v>
              </c:pt>
              <c:pt idx="37">
                <c:v>12-2023</c:v>
              </c:pt>
              <c:pt idx="38">
                <c:v>01-2024</c:v>
              </c:pt>
              <c:pt idx="39">
                <c:v>02-2024</c:v>
              </c:pt>
              <c:pt idx="40">
                <c:v>03-2024</c:v>
              </c:pt>
              <c:pt idx="41">
                <c:v>04-2024</c:v>
              </c:pt>
              <c:pt idx="42">
                <c:v>05-2024</c:v>
              </c:pt>
              <c:pt idx="43">
                <c:v>06-2024</c:v>
              </c:pt>
              <c:pt idx="44">
                <c:v>07-2024</c:v>
              </c:pt>
              <c:pt idx="45">
                <c:v>08-2024</c:v>
              </c:pt>
              <c:pt idx="46">
                <c:v>09-2024</c:v>
              </c:pt>
              <c:pt idx="47">
                <c:v>10-2024</c:v>
              </c:pt>
              <c:pt idx="48">
                <c:v>11-2024</c:v>
              </c:pt>
              <c:pt idx="49">
                <c:v>12-2024</c:v>
              </c:pt>
              <c:pt idx="50">
                <c:v>01-2025</c:v>
              </c:pt>
              <c:pt idx="51">
                <c:v>02-2025</c:v>
              </c:pt>
              <c:pt idx="52">
                <c:v>03-2025</c:v>
              </c:pt>
              <c:pt idx="53">
                <c:v>04-2025</c:v>
              </c:pt>
              <c:pt idx="54">
                <c:v>05-2025</c:v>
              </c:pt>
              <c:pt idx="55">
                <c:v>06-2025</c:v>
              </c:pt>
              <c:pt idx="56">
                <c:v>07-2025</c:v>
              </c:pt>
              <c:pt idx="57">
                <c:v>08-2025</c:v>
              </c:pt>
              <c:pt idx="58">
                <c:v>09-2025</c:v>
              </c:pt>
              <c:pt idx="59">
                <c:v>10-2025</c:v>
              </c:pt>
              <c:pt idx="60">
                <c:v>11-2025</c:v>
              </c:pt>
              <c:pt idx="61">
                <c:v>12-2025</c:v>
              </c:pt>
              <c:pt idx="62">
                <c:v>01-2026</c:v>
              </c:pt>
              <c:pt idx="63">
                <c:v>02-2026</c:v>
              </c:pt>
              <c:pt idx="64">
                <c:v>03-2026</c:v>
              </c:pt>
              <c:pt idx="65">
                <c:v>04-2026</c:v>
              </c:pt>
              <c:pt idx="66">
                <c:v>05-2026</c:v>
              </c:pt>
            </c:strLit>
          </c:cat>
          <c:val>
            <c:numLit>
              <c:formatCode>0.0</c:formatCode>
              <c:ptCount val="67"/>
              <c:pt idx="0">
                <c:v>0.3755739</c:v>
              </c:pt>
              <c:pt idx="1">
                <c:v>0.39435666999999996</c:v>
              </c:pt>
              <c:pt idx="2">
                <c:v>0.35180962</c:v>
              </c:pt>
              <c:pt idx="3">
                <c:v>0.33858462</c:v>
              </c:pt>
              <c:pt idx="4">
                <c:v>0.3998759</c:v>
              </c:pt>
              <c:pt idx="5">
                <c:v>0.37418691</c:v>
              </c:pt>
              <c:pt idx="6">
                <c:v>0.38956426</c:v>
              </c:pt>
              <c:pt idx="7">
                <c:v>0.39385208</c:v>
              </c:pt>
              <c:pt idx="8">
                <c:v>0.40414744</c:v>
              </c:pt>
              <c:pt idx="9">
                <c:v>0.42712367</c:v>
              </c:pt>
              <c:pt idx="10">
                <c:v>0.42076807</c:v>
              </c:pt>
              <c:pt idx="11">
                <c:v>0.41222297999999996</c:v>
              </c:pt>
              <c:pt idx="12">
                <c:v>0.44384471000000003</c:v>
              </c:pt>
              <c:pt idx="13">
                <c:v>0.45253725</c:v>
              </c:pt>
              <c:pt idx="14">
                <c:v>0.42065916999999997</c:v>
              </c:pt>
              <c:pt idx="15">
                <c:v>0.37034717</c:v>
              </c:pt>
              <c:pt idx="16">
                <c:v>0.47582991999999996</c:v>
              </c:pt>
              <c:pt idx="17">
                <c:v>0.43187109</c:v>
              </c:pt>
              <c:pt idx="18">
                <c:v>0.48005654999999997</c:v>
              </c:pt>
              <c:pt idx="19">
                <c:v>0.46083919</c:v>
              </c:pt>
              <c:pt idx="20">
                <c:v>0.45011125</c:v>
              </c:pt>
              <c:pt idx="21">
                <c:v>0.505529</c:v>
              </c:pt>
              <c:pt idx="22">
                <c:v>0.47568401</c:v>
              </c:pt>
              <c:pt idx="23">
                <c:v>0.47741867</c:v>
              </c:pt>
              <c:pt idx="24">
                <c:v>0.47358019</c:v>
              </c:pt>
              <c:pt idx="25">
                <c:v>0.47821938</c:v>
              </c:pt>
              <c:pt idx="26">
                <c:v>0.47945952000000003</c:v>
              </c:pt>
              <c:pt idx="27">
                <c:v>0.4271779</c:v>
              </c:pt>
              <c:pt idx="28">
                <c:v>0.48777717</c:v>
              </c:pt>
              <c:pt idx="29">
                <c:v>0.44341856</c:v>
              </c:pt>
              <c:pt idx="30">
                <c:v>0.5091114099999999</c:v>
              </c:pt>
              <c:pt idx="31">
                <c:v>0.47537514000000003</c:v>
              </c:pt>
              <c:pt idx="32">
                <c:v>0.47927662</c:v>
              </c:pt>
              <c:pt idx="33">
                <c:v>0.50125474</c:v>
              </c:pt>
              <c:pt idx="34">
                <c:v>0.47117686999999997</c:v>
              </c:pt>
              <c:pt idx="35">
                <c:v>0.51233666</c:v>
              </c:pt>
              <c:pt idx="36">
                <c:v>0.49050375</c:v>
              </c:pt>
              <c:pt idx="37">
                <c:v>0.48439191</c:v>
              </c:pt>
              <c:pt idx="38">
                <c:v>0.51670244</c:v>
              </c:pt>
              <c:pt idx="39">
                <c:v>0.46306601000000003</c:v>
              </c:pt>
              <c:pt idx="40">
                <c:v>0.46904759</c:v>
              </c:pt>
              <c:pt idx="41">
                <c:v>0.52461969</c:v>
              </c:pt>
              <c:pt idx="42">
                <c:v>0.50630282</c:v>
              </c:pt>
              <c:pt idx="43">
                <c:v>0.47527861</c:v>
              </c:pt>
              <c:pt idx="44">
                <c:v>0.54666021</c:v>
              </c:pt>
              <c:pt idx="45">
                <c:v>0.51924833</c:v>
              </c:pt>
              <c:pt idx="46">
                <c:v>0.5202501900000001</c:v>
              </c:pt>
              <c:pt idx="47">
                <c:v>0.56398663</c:v>
              </c:pt>
              <c:pt idx="48">
                <c:v>0.5123703</c:v>
              </c:pt>
              <c:pt idx="49">
                <c:v>0.5666930600000001</c:v>
              </c:pt>
              <c:pt idx="50">
                <c:v>0.5192448</c:v>
              </c:pt>
              <c:pt idx="51">
                <c:v>0.48818037</c:v>
              </c:pt>
              <c:pt idx="52">
                <c:v>0.51611779</c:v>
              </c:pt>
              <c:pt idx="53">
                <c:v>0.5390223399999999</c:v>
              </c:pt>
              <c:pt idx="54">
                <c:v>0.5329796099999999</c:v>
              </c:pt>
              <c:pt idx="55">
                <c:v>0.52343924</c:v>
              </c:pt>
              <c:pt idx="56">
                <c:v>0.56456938</c:v>
              </c:pt>
              <c:pt idx="57">
                <c:v>0.5224352800000001</c:v>
              </c:pt>
              <c:pt idx="58">
                <c:v>0.5692136600000001</c:v>
              </c:pt>
              <c:pt idx="59">
                <c:v>0.57006134</c:v>
              </c:pt>
              <c:pt idx="60">
                <c:v>0.5131585</c:v>
              </c:pt>
              <c:pt idx="61">
                <c:v>0.6039203599999999</c:v>
              </c:pt>
              <c:pt idx="62">
                <c:v>0.51164582</c:v>
              </c:pt>
              <c:pt idx="63">
                <c:v>0.48795793</c:v>
              </c:pt>
              <c:pt idx="64">
                <c:v>0.57256403</c:v>
              </c:pt>
              <c:pt idx="65">
                <c:v>0.5521595600000001</c:v>
              </c:pt>
              <c:pt idx="66">
                <c:v>0.54110726</c:v>
              </c:pt>
            </c:numLit>
          </c:val>
          <c:smooth val="0"/>
        </c:ser>
        <c:ser>
          <c:idx val="3"/>
          <c:order val="3"/>
          <c:tx>
            <c:v>Cheque</c:v>
          </c:tx>
          <c:spPr>
            <a:ln xmlns:a="http://schemas.openxmlformats.org/drawingml/2006/main" w="21908">
              <a:solidFill>
                <a:srgbClr val="A6A6A6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6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A6A6A6"/>
                        </a:solidFill>
                      </a:rPr>
                      <a:t>0,0 tri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A6A6A6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67"/>
              <c:pt idx="0">
                <c:v>11-2020</c:v>
              </c:pt>
              <c:pt idx="1">
                <c:v>12-2020</c:v>
              </c:pt>
              <c:pt idx="2">
                <c:v>01-2021</c:v>
              </c:pt>
              <c:pt idx="3">
                <c:v>02-2021</c:v>
              </c:pt>
              <c:pt idx="4">
                <c:v>03-2021</c:v>
              </c:pt>
              <c:pt idx="5">
                <c:v>04-2021</c:v>
              </c:pt>
              <c:pt idx="6">
                <c:v>05-2021</c:v>
              </c:pt>
              <c:pt idx="7">
                <c:v>06-2021</c:v>
              </c:pt>
              <c:pt idx="8">
                <c:v>07-2021</c:v>
              </c:pt>
              <c:pt idx="9">
                <c:v>08-2021</c:v>
              </c:pt>
              <c:pt idx="10">
                <c:v>09-2021</c:v>
              </c:pt>
              <c:pt idx="11">
                <c:v>10-2021</c:v>
              </c:pt>
              <c:pt idx="12">
                <c:v>11-2021</c:v>
              </c:pt>
              <c:pt idx="13">
                <c:v>12-2021</c:v>
              </c:pt>
              <c:pt idx="14">
                <c:v>01-2022</c:v>
              </c:pt>
              <c:pt idx="15">
                <c:v>02-2022</c:v>
              </c:pt>
              <c:pt idx="16">
                <c:v>03-2022</c:v>
              </c:pt>
              <c:pt idx="17">
                <c:v>04-2022</c:v>
              </c:pt>
              <c:pt idx="18">
                <c:v>05-2022</c:v>
              </c:pt>
              <c:pt idx="19">
                <c:v>06-2022</c:v>
              </c:pt>
              <c:pt idx="20">
                <c:v>07-2022</c:v>
              </c:pt>
              <c:pt idx="21">
                <c:v>08-2022</c:v>
              </c:pt>
              <c:pt idx="22">
                <c:v>09-2022</c:v>
              </c:pt>
              <c:pt idx="23">
                <c:v>10-2022</c:v>
              </c:pt>
              <c:pt idx="24">
                <c:v>11-2022</c:v>
              </c:pt>
              <c:pt idx="25">
                <c:v>12-2022</c:v>
              </c:pt>
              <c:pt idx="26">
                <c:v>01-2023</c:v>
              </c:pt>
              <c:pt idx="27">
                <c:v>02-2023</c:v>
              </c:pt>
              <c:pt idx="28">
                <c:v>03-2023</c:v>
              </c:pt>
              <c:pt idx="29">
                <c:v>04-2023</c:v>
              </c:pt>
              <c:pt idx="30">
                <c:v>05-2023</c:v>
              </c:pt>
              <c:pt idx="31">
                <c:v>06-2023</c:v>
              </c:pt>
              <c:pt idx="32">
                <c:v>07-2023</c:v>
              </c:pt>
              <c:pt idx="33">
                <c:v>08-2023</c:v>
              </c:pt>
              <c:pt idx="34">
                <c:v>09-2023</c:v>
              </c:pt>
              <c:pt idx="35">
                <c:v>10-2023</c:v>
              </c:pt>
              <c:pt idx="36">
                <c:v>11-2023</c:v>
              </c:pt>
              <c:pt idx="37">
                <c:v>12-2023</c:v>
              </c:pt>
              <c:pt idx="38">
                <c:v>01-2024</c:v>
              </c:pt>
              <c:pt idx="39">
                <c:v>02-2024</c:v>
              </c:pt>
              <c:pt idx="40">
                <c:v>03-2024</c:v>
              </c:pt>
              <c:pt idx="41">
                <c:v>04-2024</c:v>
              </c:pt>
              <c:pt idx="42">
                <c:v>05-2024</c:v>
              </c:pt>
              <c:pt idx="43">
                <c:v>06-2024</c:v>
              </c:pt>
              <c:pt idx="44">
                <c:v>07-2024</c:v>
              </c:pt>
              <c:pt idx="45">
                <c:v>08-2024</c:v>
              </c:pt>
              <c:pt idx="46">
                <c:v>09-2024</c:v>
              </c:pt>
              <c:pt idx="47">
                <c:v>10-2024</c:v>
              </c:pt>
              <c:pt idx="48">
                <c:v>11-2024</c:v>
              </c:pt>
              <c:pt idx="49">
                <c:v>12-2024</c:v>
              </c:pt>
              <c:pt idx="50">
                <c:v>01-2025</c:v>
              </c:pt>
              <c:pt idx="51">
                <c:v>02-2025</c:v>
              </c:pt>
              <c:pt idx="52">
                <c:v>03-2025</c:v>
              </c:pt>
              <c:pt idx="53">
                <c:v>04-2025</c:v>
              </c:pt>
              <c:pt idx="54">
                <c:v>05-2025</c:v>
              </c:pt>
              <c:pt idx="55">
                <c:v>06-2025</c:v>
              </c:pt>
              <c:pt idx="56">
                <c:v>07-2025</c:v>
              </c:pt>
              <c:pt idx="57">
                <c:v>08-2025</c:v>
              </c:pt>
              <c:pt idx="58">
                <c:v>09-2025</c:v>
              </c:pt>
              <c:pt idx="59">
                <c:v>10-2025</c:v>
              </c:pt>
              <c:pt idx="60">
                <c:v>11-2025</c:v>
              </c:pt>
              <c:pt idx="61">
                <c:v>12-2025</c:v>
              </c:pt>
              <c:pt idx="62">
                <c:v>01-2026</c:v>
              </c:pt>
              <c:pt idx="63">
                <c:v>02-2026</c:v>
              </c:pt>
              <c:pt idx="64">
                <c:v>03-2026</c:v>
              </c:pt>
              <c:pt idx="65">
                <c:v>04-2026</c:v>
              </c:pt>
              <c:pt idx="66">
                <c:v>05-2026</c:v>
              </c:pt>
            </c:strLit>
          </c:cat>
          <c:val>
            <c:numLit>
              <c:formatCode>0.0</c:formatCode>
              <c:ptCount val="67"/>
              <c:pt idx="0">
                <c:v>0.05252606</c:v>
              </c:pt>
              <c:pt idx="1">
                <c:v>0.05537612</c:v>
              </c:pt>
              <c:pt idx="2">
                <c:v>0.04736318</c:v>
              </c:pt>
              <c:pt idx="3">
                <c:v>0.0469394</c:v>
              </c:pt>
              <c:pt idx="4">
                <c:v>0.05727471</c:v>
              </c:pt>
              <c:pt idx="5">
                <c:v>0.05299998</c:v>
              </c:pt>
              <c:pt idx="6">
                <c:v>0.05420128</c:v>
              </c:pt>
              <c:pt idx="7">
                <c:v>0.053161690000000004</c:v>
              </c:pt>
              <c:pt idx="8">
                <c:v>0.05267884</c:v>
              </c:pt>
              <c:pt idx="9">
                <c:v>0.05503248</c:v>
              </c:pt>
              <c:pt idx="10">
                <c:v>0.05252715</c:v>
              </c:pt>
              <c:pt idx="11">
                <c:v>0.049988269999999994</c:v>
              </c:pt>
              <c:pt idx="12">
                <c:v>0.053233050000000004</c:v>
              </c:pt>
              <c:pt idx="13">
                <c:v>0.05452381</c:v>
              </c:pt>
              <c:pt idx="14">
                <c:v>0.0476135</c:v>
              </c:pt>
              <c:pt idx="15">
                <c:v>0.042796669999999995</c:v>
              </c:pt>
              <c:pt idx="16">
                <c:v>0.058871559999999996</c:v>
              </c:pt>
              <c:pt idx="17">
                <c:v>0.04961847</c:v>
              </c:pt>
              <c:pt idx="18">
                <c:v>0.05688959</c:v>
              </c:pt>
              <c:pt idx="19">
                <c:v>0.05171774</c:v>
              </c:pt>
              <c:pt idx="20">
                <c:v>0.05010361</c:v>
              </c:pt>
              <c:pt idx="21">
                <c:v>0.05785685</c:v>
              </c:pt>
              <c:pt idx="22">
                <c:v>0.05243811</c:v>
              </c:pt>
              <c:pt idx="23">
                <c:v>0.04955028</c:v>
              </c:pt>
              <c:pt idx="24">
                <c:v>0.04857549</c:v>
              </c:pt>
              <c:pt idx="25">
                <c:v>0.04752919</c:v>
              </c:pt>
              <c:pt idx="26">
                <c:v>0.04668743</c:v>
              </c:pt>
              <c:pt idx="27">
                <c:v>0.050947110000000004</c:v>
              </c:pt>
              <c:pt idx="28">
                <c:v>0.05599748</c:v>
              </c:pt>
              <c:pt idx="29">
                <c:v>0.04339952</c:v>
              </c:pt>
              <c:pt idx="30">
                <c:v>0.05098254</c:v>
              </c:pt>
              <c:pt idx="31">
                <c:v>0.04435461</c:v>
              </c:pt>
              <c:pt idx="32">
                <c:v>0.04363475</c:v>
              </c:pt>
              <c:pt idx="33">
                <c:v>0.046973839999999996</c:v>
              </c:pt>
              <c:pt idx="34">
                <c:v>0.04165343</c:v>
              </c:pt>
              <c:pt idx="35">
                <c:v>0.0466469</c:v>
              </c:pt>
              <c:pt idx="36">
                <c:v>0.040735160000000006</c:v>
              </c:pt>
              <c:pt idx="37">
                <c:v>0.03920822</c:v>
              </c:pt>
              <c:pt idx="38">
                <c:v>0.04161589</c:v>
              </c:pt>
              <c:pt idx="39">
                <c:v>0.03707626</c:v>
              </c:pt>
              <c:pt idx="40">
                <c:v>0.036644550000000005</c:v>
              </c:pt>
              <c:pt idx="41">
                <c:v>0.043295400000000005</c:v>
              </c:pt>
              <c:pt idx="42">
                <c:v>0.040133550000000004</c:v>
              </c:pt>
              <c:pt idx="43">
                <c:v>0.03611474</c:v>
              </c:pt>
              <c:pt idx="44">
                <c:v>0.04150478</c:v>
              </c:pt>
              <c:pt idx="45">
                <c:v>0.03914287</c:v>
              </c:pt>
              <c:pt idx="46">
                <c:v>0.03960185</c:v>
              </c:pt>
              <c:pt idx="47">
                <c:v>0.03964601</c:v>
              </c:pt>
              <c:pt idx="48">
                <c:v>0.03443029</c:v>
              </c:pt>
              <c:pt idx="49">
                <c:v>0.037774510000000004</c:v>
              </c:pt>
              <c:pt idx="50">
                <c:v>0.03642991</c:v>
              </c:pt>
              <c:pt idx="51">
                <c:v>0.033019980000000004</c:v>
              </c:pt>
              <c:pt idx="52">
                <c:v>0.035645949999999996</c:v>
              </c:pt>
              <c:pt idx="53">
                <c:v>0.03632715</c:v>
              </c:pt>
              <c:pt idx="54">
                <c:v>0.035833800000000006</c:v>
              </c:pt>
              <c:pt idx="55">
                <c:v>0.03418286</c:v>
              </c:pt>
              <c:pt idx="56">
                <c:v>0.03579781</c:v>
              </c:pt>
              <c:pt idx="57">
                <c:v>0.03400959</c:v>
              </c:pt>
              <c:pt idx="58">
                <c:v>0.03625782</c:v>
              </c:pt>
              <c:pt idx="59">
                <c:v>0.03458496</c:v>
              </c:pt>
              <c:pt idx="60">
                <c:v>0.02920765</c:v>
              </c:pt>
              <c:pt idx="61">
                <c:v>0.03373832</c:v>
              </c:pt>
              <c:pt idx="62">
                <c:v>0.030801099999999998</c:v>
              </c:pt>
              <c:pt idx="63">
                <c:v>0.02661821</c:v>
              </c:pt>
              <c:pt idx="64">
                <c:v>0.03286528</c:v>
              </c:pt>
              <c:pt idx="65">
                <c:v>0.03246483</c:v>
              </c:pt>
              <c:pt idx="66">
                <c:v>0.02899749</c:v>
              </c:pt>
            </c:numLit>
          </c:val>
          <c:smooth val="0"/>
        </c:ser>
        <c:ser>
          <c:idx val="4"/>
          <c:order val="4"/>
          <c:tx>
            <c:v>TEC</c:v>
          </c:tx>
          <c:spPr>
            <a:ln xmlns:a="http://schemas.openxmlformats.org/drawingml/2006/main" w="21908">
              <a:solidFill>
                <a:srgbClr val="FDB913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6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FDB913"/>
                        </a:solidFill>
                      </a:rPr>
                      <a:t>0,0 tri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FDB913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67"/>
              <c:pt idx="0">
                <c:v>11-2020</c:v>
              </c:pt>
              <c:pt idx="1">
                <c:v>12-2020</c:v>
              </c:pt>
              <c:pt idx="2">
                <c:v>01-2021</c:v>
              </c:pt>
              <c:pt idx="3">
                <c:v>02-2021</c:v>
              </c:pt>
              <c:pt idx="4">
                <c:v>03-2021</c:v>
              </c:pt>
              <c:pt idx="5">
                <c:v>04-2021</c:v>
              </c:pt>
              <c:pt idx="6">
                <c:v>05-2021</c:v>
              </c:pt>
              <c:pt idx="7">
                <c:v>06-2021</c:v>
              </c:pt>
              <c:pt idx="8">
                <c:v>07-2021</c:v>
              </c:pt>
              <c:pt idx="9">
                <c:v>08-2021</c:v>
              </c:pt>
              <c:pt idx="10">
                <c:v>09-2021</c:v>
              </c:pt>
              <c:pt idx="11">
                <c:v>10-2021</c:v>
              </c:pt>
              <c:pt idx="12">
                <c:v>11-2021</c:v>
              </c:pt>
              <c:pt idx="13">
                <c:v>12-2021</c:v>
              </c:pt>
              <c:pt idx="14">
                <c:v>01-2022</c:v>
              </c:pt>
              <c:pt idx="15">
                <c:v>02-2022</c:v>
              </c:pt>
              <c:pt idx="16">
                <c:v>03-2022</c:v>
              </c:pt>
              <c:pt idx="17">
                <c:v>04-2022</c:v>
              </c:pt>
              <c:pt idx="18">
                <c:v>05-2022</c:v>
              </c:pt>
              <c:pt idx="19">
                <c:v>06-2022</c:v>
              </c:pt>
              <c:pt idx="20">
                <c:v>07-2022</c:v>
              </c:pt>
              <c:pt idx="21">
                <c:v>08-2022</c:v>
              </c:pt>
              <c:pt idx="22">
                <c:v>09-2022</c:v>
              </c:pt>
              <c:pt idx="23">
                <c:v>10-2022</c:v>
              </c:pt>
              <c:pt idx="24">
                <c:v>11-2022</c:v>
              </c:pt>
              <c:pt idx="25">
                <c:v>12-2022</c:v>
              </c:pt>
              <c:pt idx="26">
                <c:v>01-2023</c:v>
              </c:pt>
              <c:pt idx="27">
                <c:v>02-2023</c:v>
              </c:pt>
              <c:pt idx="28">
                <c:v>03-2023</c:v>
              </c:pt>
              <c:pt idx="29">
                <c:v>04-2023</c:v>
              </c:pt>
              <c:pt idx="30">
                <c:v>05-2023</c:v>
              </c:pt>
              <c:pt idx="31">
                <c:v>06-2023</c:v>
              </c:pt>
              <c:pt idx="32">
                <c:v>07-2023</c:v>
              </c:pt>
              <c:pt idx="33">
                <c:v>08-2023</c:v>
              </c:pt>
              <c:pt idx="34">
                <c:v>09-2023</c:v>
              </c:pt>
              <c:pt idx="35">
                <c:v>10-2023</c:v>
              </c:pt>
              <c:pt idx="36">
                <c:v>11-2023</c:v>
              </c:pt>
              <c:pt idx="37">
                <c:v>12-2023</c:v>
              </c:pt>
              <c:pt idx="38">
                <c:v>01-2024</c:v>
              </c:pt>
              <c:pt idx="39">
                <c:v>02-2024</c:v>
              </c:pt>
              <c:pt idx="40">
                <c:v>03-2024</c:v>
              </c:pt>
              <c:pt idx="41">
                <c:v>04-2024</c:v>
              </c:pt>
              <c:pt idx="42">
                <c:v>05-2024</c:v>
              </c:pt>
              <c:pt idx="43">
                <c:v>06-2024</c:v>
              </c:pt>
              <c:pt idx="44">
                <c:v>07-2024</c:v>
              </c:pt>
              <c:pt idx="45">
                <c:v>08-2024</c:v>
              </c:pt>
              <c:pt idx="46">
                <c:v>09-2024</c:v>
              </c:pt>
              <c:pt idx="47">
                <c:v>10-2024</c:v>
              </c:pt>
              <c:pt idx="48">
                <c:v>11-2024</c:v>
              </c:pt>
              <c:pt idx="49">
                <c:v>12-2024</c:v>
              </c:pt>
              <c:pt idx="50">
                <c:v>01-2025</c:v>
              </c:pt>
              <c:pt idx="51">
                <c:v>02-2025</c:v>
              </c:pt>
              <c:pt idx="52">
                <c:v>03-2025</c:v>
              </c:pt>
              <c:pt idx="53">
                <c:v>04-2025</c:v>
              </c:pt>
              <c:pt idx="54">
                <c:v>05-2025</c:v>
              </c:pt>
              <c:pt idx="55">
                <c:v>06-2025</c:v>
              </c:pt>
              <c:pt idx="56">
                <c:v>07-2025</c:v>
              </c:pt>
              <c:pt idx="57">
                <c:v>08-2025</c:v>
              </c:pt>
              <c:pt idx="58">
                <c:v>09-2025</c:v>
              </c:pt>
              <c:pt idx="59">
                <c:v>10-2025</c:v>
              </c:pt>
              <c:pt idx="60">
                <c:v>11-2025</c:v>
              </c:pt>
              <c:pt idx="61">
                <c:v>12-2025</c:v>
              </c:pt>
              <c:pt idx="62">
                <c:v>01-2026</c:v>
              </c:pt>
              <c:pt idx="63">
                <c:v>02-2026</c:v>
              </c:pt>
              <c:pt idx="64">
                <c:v>03-2026</c:v>
              </c:pt>
              <c:pt idx="65">
                <c:v>04-2026</c:v>
              </c:pt>
              <c:pt idx="66">
                <c:v>05-2026</c:v>
              </c:pt>
            </c:strLit>
          </c:cat>
          <c:val>
            <c:numLit>
              <c:formatCode>0.0</c:formatCode>
              <c:ptCount val="67"/>
              <c:pt idx="0">
                <c:v>0.00148596</c:v>
              </c:pt>
              <c:pt idx="1">
                <c:v>0.0020656399999999997</c:v>
              </c:pt>
              <c:pt idx="2">
                <c:v>0.00158247</c:v>
              </c:pt>
              <c:pt idx="3">
                <c:v>0.0014971</c:v>
              </c:pt>
              <c:pt idx="4">
                <c:v>0.00127287</c:v>
              </c:pt>
              <c:pt idx="5">
                <c:v>0.0014468</c:v>
              </c:pt>
              <c:pt idx="6">
                <c:v>0.00098325</c:v>
              </c:pt>
              <c:pt idx="7">
                <c:v>0.00146476</c:v>
              </c:pt>
              <c:pt idx="8">
                <c:v>0.0015629700000000001</c:v>
              </c:pt>
              <c:pt idx="9">
                <c:v>0.00079052</c:v>
              </c:pt>
              <c:pt idx="10">
                <c:v>0.0013306400000000001</c:v>
              </c:pt>
              <c:pt idx="11">
                <c:v>0.00149572</c:v>
              </c:pt>
              <c:pt idx="12">
                <c:v>0.00141604</c:v>
              </c:pt>
              <c:pt idx="13">
                <c:v>0.00252443</c:v>
              </c:pt>
              <c:pt idx="14">
                <c:v>0.00144129</c:v>
              </c:pt>
              <c:pt idx="15">
                <c:v>0.00114726</c:v>
              </c:pt>
              <c:pt idx="16">
                <c:v>0.00127727</c:v>
              </c:pt>
              <c:pt idx="17">
                <c:v>0.0015517999999999999</c:v>
              </c:pt>
              <c:pt idx="18">
                <c:v>0.0016193099999999999</c:v>
              </c:pt>
              <c:pt idx="19">
                <c:v>0.00161503</c:v>
              </c:pt>
              <c:pt idx="20">
                <c:v>0.0016886</c:v>
              </c:pt>
              <c:pt idx="21">
                <c:v>0.00097335</c:v>
              </c:pt>
              <c:pt idx="22">
                <c:v>0.00107351</c:v>
              </c:pt>
              <c:pt idx="23">
                <c:v>0.0015352200000000001</c:v>
              </c:pt>
              <c:pt idx="24">
                <c:v>0.0013164000000000001</c:v>
              </c:pt>
              <c:pt idx="25">
                <c:v>0.0027579099999999997</c:v>
              </c:pt>
              <c:pt idx="26">
                <c:v>0.00143859</c:v>
              </c:pt>
              <c:pt idx="27">
                <c:v>0.00151253</c:v>
              </c:pt>
              <c:pt idx="28">
                <c:v>0.0015840399999999999</c:v>
              </c:pt>
              <c:pt idx="29">
                <c:v>0.0015948199999999998</c:v>
              </c:pt>
              <c:pt idx="30">
                <c:v>0.00149252</c:v>
              </c:pt>
              <c:pt idx="31">
                <c:v>0.0016834</c:v>
              </c:pt>
              <c:pt idx="32">
                <c:v>0.00158998</c:v>
              </c:pt>
              <c:pt idx="33">
                <c:v>0.00148122</c:v>
              </c:pt>
              <c:pt idx="34">
                <c:v>0.00108519</c:v>
              </c:pt>
              <c:pt idx="35">
                <c:v>0.00157812</c:v>
              </c:pt>
              <c:pt idx="36">
                <c:v>0.00171145</c:v>
              </c:pt>
              <c:pt idx="37">
                <c:v>0.00249831</c:v>
              </c:pt>
              <c:pt idx="38">
                <c:v>0.00081594</c:v>
              </c:pt>
              <c:pt idx="39">
                <c:v>0.00010931999999999999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</c:numLit>
          </c:val>
          <c:smooth val="0"/>
        </c:ser>
        <c:ser>
          <c:idx val="5"/>
          <c:order val="5"/>
          <c:tx>
            <c:v>DOC</c:v>
          </c:tx>
          <c:spPr>
            <a:ln xmlns:a="http://schemas.openxmlformats.org/drawingml/2006/main" w="21908">
              <a:solidFill>
                <a:srgbClr val="7A4D9E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6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7A4D9E"/>
                        </a:solidFill>
                      </a:rPr>
                      <a:t>0,0 tri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7A4D9E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67"/>
              <c:pt idx="0">
                <c:v>11-2020</c:v>
              </c:pt>
              <c:pt idx="1">
                <c:v>12-2020</c:v>
              </c:pt>
              <c:pt idx="2">
                <c:v>01-2021</c:v>
              </c:pt>
              <c:pt idx="3">
                <c:v>02-2021</c:v>
              </c:pt>
              <c:pt idx="4">
                <c:v>03-2021</c:v>
              </c:pt>
              <c:pt idx="5">
                <c:v>04-2021</c:v>
              </c:pt>
              <c:pt idx="6">
                <c:v>05-2021</c:v>
              </c:pt>
              <c:pt idx="7">
                <c:v>06-2021</c:v>
              </c:pt>
              <c:pt idx="8">
                <c:v>07-2021</c:v>
              </c:pt>
              <c:pt idx="9">
                <c:v>08-2021</c:v>
              </c:pt>
              <c:pt idx="10">
                <c:v>09-2021</c:v>
              </c:pt>
              <c:pt idx="11">
                <c:v>10-2021</c:v>
              </c:pt>
              <c:pt idx="12">
                <c:v>11-2021</c:v>
              </c:pt>
              <c:pt idx="13">
                <c:v>12-2021</c:v>
              </c:pt>
              <c:pt idx="14">
                <c:v>01-2022</c:v>
              </c:pt>
              <c:pt idx="15">
                <c:v>02-2022</c:v>
              </c:pt>
              <c:pt idx="16">
                <c:v>03-2022</c:v>
              </c:pt>
              <c:pt idx="17">
                <c:v>04-2022</c:v>
              </c:pt>
              <c:pt idx="18">
                <c:v>05-2022</c:v>
              </c:pt>
              <c:pt idx="19">
                <c:v>06-2022</c:v>
              </c:pt>
              <c:pt idx="20">
                <c:v>07-2022</c:v>
              </c:pt>
              <c:pt idx="21">
                <c:v>08-2022</c:v>
              </c:pt>
              <c:pt idx="22">
                <c:v>09-2022</c:v>
              </c:pt>
              <c:pt idx="23">
                <c:v>10-2022</c:v>
              </c:pt>
              <c:pt idx="24">
                <c:v>11-2022</c:v>
              </c:pt>
              <c:pt idx="25">
                <c:v>12-2022</c:v>
              </c:pt>
              <c:pt idx="26">
                <c:v>01-2023</c:v>
              </c:pt>
              <c:pt idx="27">
                <c:v>02-2023</c:v>
              </c:pt>
              <c:pt idx="28">
                <c:v>03-2023</c:v>
              </c:pt>
              <c:pt idx="29">
                <c:v>04-2023</c:v>
              </c:pt>
              <c:pt idx="30">
                <c:v>05-2023</c:v>
              </c:pt>
              <c:pt idx="31">
                <c:v>06-2023</c:v>
              </c:pt>
              <c:pt idx="32">
                <c:v>07-2023</c:v>
              </c:pt>
              <c:pt idx="33">
                <c:v>08-2023</c:v>
              </c:pt>
              <c:pt idx="34">
                <c:v>09-2023</c:v>
              </c:pt>
              <c:pt idx="35">
                <c:v>10-2023</c:v>
              </c:pt>
              <c:pt idx="36">
                <c:v>11-2023</c:v>
              </c:pt>
              <c:pt idx="37">
                <c:v>12-2023</c:v>
              </c:pt>
              <c:pt idx="38">
                <c:v>01-2024</c:v>
              </c:pt>
              <c:pt idx="39">
                <c:v>02-2024</c:v>
              </c:pt>
              <c:pt idx="40">
                <c:v>03-2024</c:v>
              </c:pt>
              <c:pt idx="41">
                <c:v>04-2024</c:v>
              </c:pt>
              <c:pt idx="42">
                <c:v>05-2024</c:v>
              </c:pt>
              <c:pt idx="43">
                <c:v>06-2024</c:v>
              </c:pt>
              <c:pt idx="44">
                <c:v>07-2024</c:v>
              </c:pt>
              <c:pt idx="45">
                <c:v>08-2024</c:v>
              </c:pt>
              <c:pt idx="46">
                <c:v>09-2024</c:v>
              </c:pt>
              <c:pt idx="47">
                <c:v>10-2024</c:v>
              </c:pt>
              <c:pt idx="48">
                <c:v>11-2024</c:v>
              </c:pt>
              <c:pt idx="49">
                <c:v>12-2024</c:v>
              </c:pt>
              <c:pt idx="50">
                <c:v>01-2025</c:v>
              </c:pt>
              <c:pt idx="51">
                <c:v>02-2025</c:v>
              </c:pt>
              <c:pt idx="52">
                <c:v>03-2025</c:v>
              </c:pt>
              <c:pt idx="53">
                <c:v>04-2025</c:v>
              </c:pt>
              <c:pt idx="54">
                <c:v>05-2025</c:v>
              </c:pt>
              <c:pt idx="55">
                <c:v>06-2025</c:v>
              </c:pt>
              <c:pt idx="56">
                <c:v>07-2025</c:v>
              </c:pt>
              <c:pt idx="57">
                <c:v>08-2025</c:v>
              </c:pt>
              <c:pt idx="58">
                <c:v>09-2025</c:v>
              </c:pt>
              <c:pt idx="59">
                <c:v>10-2025</c:v>
              </c:pt>
              <c:pt idx="60">
                <c:v>11-2025</c:v>
              </c:pt>
              <c:pt idx="61">
                <c:v>12-2025</c:v>
              </c:pt>
              <c:pt idx="62">
                <c:v>01-2026</c:v>
              </c:pt>
              <c:pt idx="63">
                <c:v>02-2026</c:v>
              </c:pt>
              <c:pt idx="64">
                <c:v>03-2026</c:v>
              </c:pt>
              <c:pt idx="65">
                <c:v>04-2026</c:v>
              </c:pt>
              <c:pt idx="66">
                <c:v>05-2026</c:v>
              </c:pt>
            </c:strLit>
          </c:cat>
          <c:val>
            <c:numLit>
              <c:formatCode>0.0</c:formatCode>
              <c:ptCount val="67"/>
              <c:pt idx="0">
                <c:v>0.013980280000000001</c:v>
              </c:pt>
              <c:pt idx="1">
                <c:v>0.011369780000000001</c:v>
              </c:pt>
              <c:pt idx="2">
                <c:v>0.008834149999999999</c:v>
              </c:pt>
              <c:pt idx="3">
                <c:v>0.00638433</c:v>
              </c:pt>
              <c:pt idx="4">
                <c:v>0.00655922</c:v>
              </c:pt>
              <c:pt idx="5">
                <c:v>0.0057558900000000005</c:v>
              </c:pt>
              <c:pt idx="6">
                <c:v>0.00844429</c:v>
              </c:pt>
              <c:pt idx="7">
                <c:v>0.00895866</c:v>
              </c:pt>
              <c:pt idx="8">
                <c:v>0.00902156</c:v>
              </c:pt>
              <c:pt idx="9">
                <c:v>0.00828309</c:v>
              </c:pt>
              <c:pt idx="10">
                <c:v>0.005002100000000001</c:v>
              </c:pt>
              <c:pt idx="11">
                <c:v>0.00474244</c:v>
              </c:pt>
              <c:pt idx="12">
                <c:v>0.00472576</c:v>
              </c:pt>
              <c:pt idx="13">
                <c:v>0.0046987899999999996</c:v>
              </c:pt>
              <c:pt idx="14">
                <c:v>0.00392009</c:v>
              </c:pt>
              <c:pt idx="15">
                <c:v>0.00370132</c:v>
              </c:pt>
              <c:pt idx="16">
                <c:v>0.00435495</c:v>
              </c:pt>
              <c:pt idx="17">
                <c:v>0.00368633</c:v>
              </c:pt>
              <c:pt idx="18">
                <c:v>0.00679914</c:v>
              </c:pt>
              <c:pt idx="19">
                <c:v>0.006596060000000001</c:v>
              </c:pt>
              <c:pt idx="20">
                <c:v>0.0066922399999999995</c:v>
              </c:pt>
              <c:pt idx="21">
                <c:v>0.006367149999999999</c:v>
              </c:pt>
              <c:pt idx="22">
                <c:v>0.00404707</c:v>
              </c:pt>
              <c:pt idx="23">
                <c:v>0.0032789</c:v>
              </c:pt>
              <c:pt idx="24">
                <c:v>0.0031879400000000002</c:v>
              </c:pt>
              <c:pt idx="25">
                <c:v>0.00311779</c:v>
              </c:pt>
              <c:pt idx="26">
                <c:v>0.00253406</c:v>
              </c:pt>
              <c:pt idx="27">
                <c:v>0.0023675799999999998</c:v>
              </c:pt>
              <c:pt idx="28">
                <c:v>0.00256547</c:v>
              </c:pt>
              <c:pt idx="29">
                <c:v>0.00227999</c:v>
              </c:pt>
              <c:pt idx="30">
                <c:v>0.00497197</c:v>
              </c:pt>
              <c:pt idx="31">
                <c:v>0.00400627</c:v>
              </c:pt>
              <c:pt idx="32">
                <c:v>0.00440198</c:v>
              </c:pt>
              <c:pt idx="33">
                <c:v>0.00319777</c:v>
              </c:pt>
              <c:pt idx="34">
                <c:v>0.00253214</c:v>
              </c:pt>
              <c:pt idx="35">
                <c:v>0.0017637899999999999</c:v>
              </c:pt>
              <c:pt idx="36">
                <c:v>0.00152177</c:v>
              </c:pt>
              <c:pt idx="37">
                <c:v>0.0013994200000000002</c:v>
              </c:pt>
              <c:pt idx="38">
                <c:v>0.00061658</c:v>
              </c:pt>
              <c:pt idx="39">
                <c:v>3.421E-05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</c:numLit>
          </c:val>
          <c:smooth val="0"/>
        </c:ser>
        <c:dLbls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6B6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B6B6B"/>
                    </a:solidFill>
                  </a:rPr>
                  <a:t>R$ trilhões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B6B6B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6B6B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1F1F1F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Pix</c:v>
          </c:tx>
          <c:spPr>
            <a:ln xmlns:a="http://schemas.openxmlformats.org/drawingml/2006/main" w="21908">
              <a:solidFill>
                <a:srgbClr val="EC7000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2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EC7000"/>
                        </a:solidFill>
                      </a:rPr>
                      <a:t>21 bi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EC7000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25"/>
              <c:pt idx="0">
                <c:v>mar-20</c:v>
              </c:pt>
              <c:pt idx="1">
                <c:v>jun-20</c:v>
              </c:pt>
              <c:pt idx="2">
                <c:v>set-20</c:v>
              </c:pt>
              <c:pt idx="3">
                <c:v>dez-20</c:v>
              </c:pt>
              <c:pt idx="4">
                <c:v>mar-21</c:v>
              </c:pt>
              <c:pt idx="5">
                <c:v>jun-21</c:v>
              </c:pt>
              <c:pt idx="6">
                <c:v>set-21</c:v>
              </c:pt>
              <c:pt idx="7">
                <c:v>dez-21</c:v>
              </c:pt>
              <c:pt idx="8">
                <c:v>mar-22</c:v>
              </c:pt>
              <c:pt idx="9">
                <c:v>jun-22</c:v>
              </c:pt>
              <c:pt idx="10">
                <c:v>set-22</c:v>
              </c:pt>
              <c:pt idx="11">
                <c:v>dez-22</c:v>
              </c:pt>
              <c:pt idx="12">
                <c:v>mar-23</c:v>
              </c:pt>
              <c:pt idx="13">
                <c:v>jun-23</c:v>
              </c:pt>
              <c:pt idx="14">
                <c:v>set-23</c:v>
              </c:pt>
              <c:pt idx="15">
                <c:v>dez-23</c:v>
              </c:pt>
              <c:pt idx="16">
                <c:v>mar-24</c:v>
              </c:pt>
              <c:pt idx="17">
                <c:v>jun-24</c:v>
              </c:pt>
              <c:pt idx="18">
                <c:v>set-24</c:v>
              </c:pt>
              <c:pt idx="19">
                <c:v>dez-24</c:v>
              </c:pt>
              <c:pt idx="20">
                <c:v>mar-25</c:v>
              </c:pt>
              <c:pt idx="21">
                <c:v>jun-25</c:v>
              </c:pt>
              <c:pt idx="22">
                <c:v>set-25</c:v>
              </c:pt>
              <c:pt idx="23">
                <c:v>dez-25</c:v>
              </c:pt>
              <c:pt idx="24">
                <c:v>mar-26</c:v>
              </c:pt>
            </c:strLit>
          </c:cat>
          <c:val>
            <c:numLit>
              <c:formatCode>0.0</c:formatCode>
              <c:ptCount val="2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0.17620665</c:v>
              </c:pt>
              <c:pt idx="4">
                <c:v>0.86233786</c:v>
              </c:pt>
              <c:pt idx="5">
                <c:v>1.87156389</c:v>
              </c:pt>
              <c:pt idx="6">
                <c:v>2.86333694</c:v>
              </c:pt>
              <c:pt idx="7">
                <c:v>3.8362856</c:v>
              </c:pt>
              <c:pt idx="8">
                <c:v>4.25002375</c:v>
              </c:pt>
              <c:pt idx="9">
                <c:v>5.44744822</c:v>
              </c:pt>
              <c:pt idx="10">
                <c:v>6.52860208</c:v>
              </c:pt>
              <c:pt idx="11">
                <c:v>7.80716493</c:v>
              </c:pt>
              <c:pt idx="12">
                <c:v>8.11639331</c:v>
              </c:pt>
              <c:pt idx="13">
                <c:v>9.39657884</c:v>
              </c:pt>
              <c:pt idx="14">
                <c:v>11.11694786</c:v>
              </c:pt>
              <c:pt idx="15">
                <c:v>13.045669890000001</c:v>
              </c:pt>
              <c:pt idx="16">
                <c:v>13.57545413</c:v>
              </c:pt>
              <c:pt idx="17">
                <c:v>15.35686107</c:v>
              </c:pt>
              <c:pt idx="18">
                <c:v>16.54756528</c:v>
              </c:pt>
              <c:pt idx="19">
                <c:v>17.93716016</c:v>
              </c:pt>
              <c:pt idx="20">
                <c:v>17.511885109999998</c:v>
              </c:pt>
              <c:pt idx="21">
                <c:v>19.35620514</c:v>
              </c:pt>
              <c:pt idx="22">
                <c:v>20.483978989999997</c:v>
              </c:pt>
              <c:pt idx="23">
                <c:v>22.28651546</c:v>
              </c:pt>
              <c:pt idx="24">
                <c:v>21.07150914</c:v>
              </c:pt>
            </c:numLit>
          </c:val>
          <c:smooth val="0"/>
        </c:ser>
        <c:ser>
          <c:idx val="1"/>
          <c:order val="1"/>
          <c:tx>
            <c:v>TED</c:v>
          </c:tx>
          <c:spPr>
            <a:ln xmlns:a="http://schemas.openxmlformats.org/drawingml/2006/main" w="21908">
              <a:solidFill>
                <a:srgbClr val="000000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2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000000"/>
                        </a:solidFill>
                      </a:rPr>
                      <a:t>0,2 bi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25"/>
              <c:pt idx="0">
                <c:v>mar-20</c:v>
              </c:pt>
              <c:pt idx="1">
                <c:v>jun-20</c:v>
              </c:pt>
              <c:pt idx="2">
                <c:v>set-20</c:v>
              </c:pt>
              <c:pt idx="3">
                <c:v>dez-20</c:v>
              </c:pt>
              <c:pt idx="4">
                <c:v>mar-21</c:v>
              </c:pt>
              <c:pt idx="5">
                <c:v>jun-21</c:v>
              </c:pt>
              <c:pt idx="6">
                <c:v>set-21</c:v>
              </c:pt>
              <c:pt idx="7">
                <c:v>dez-21</c:v>
              </c:pt>
              <c:pt idx="8">
                <c:v>mar-22</c:v>
              </c:pt>
              <c:pt idx="9">
                <c:v>jun-22</c:v>
              </c:pt>
              <c:pt idx="10">
                <c:v>set-22</c:v>
              </c:pt>
              <c:pt idx="11">
                <c:v>dez-22</c:v>
              </c:pt>
              <c:pt idx="12">
                <c:v>mar-23</c:v>
              </c:pt>
              <c:pt idx="13">
                <c:v>jun-23</c:v>
              </c:pt>
              <c:pt idx="14">
                <c:v>set-23</c:v>
              </c:pt>
              <c:pt idx="15">
                <c:v>dez-23</c:v>
              </c:pt>
              <c:pt idx="16">
                <c:v>mar-24</c:v>
              </c:pt>
              <c:pt idx="17">
                <c:v>jun-24</c:v>
              </c:pt>
              <c:pt idx="18">
                <c:v>set-24</c:v>
              </c:pt>
              <c:pt idx="19">
                <c:v>dez-24</c:v>
              </c:pt>
              <c:pt idx="20">
                <c:v>mar-25</c:v>
              </c:pt>
              <c:pt idx="21">
                <c:v>jun-25</c:v>
              </c:pt>
              <c:pt idx="22">
                <c:v>set-25</c:v>
              </c:pt>
              <c:pt idx="23">
                <c:v>dez-25</c:v>
              </c:pt>
              <c:pt idx="24">
                <c:v>mar-26</c:v>
              </c:pt>
            </c:strLit>
          </c:cat>
          <c:val>
            <c:numLit>
              <c:formatCode>0.0</c:formatCode>
              <c:ptCount val="25"/>
              <c:pt idx="0">
                <c:v>0.3293862</c:v>
              </c:pt>
              <c:pt idx="1">
                <c:v>0.38138651</c:v>
              </c:pt>
              <c:pt idx="2">
                <c:v>0.5411577</c:v>
              </c:pt>
              <c:pt idx="3">
                <c:v>0.57487966</c:v>
              </c:pt>
              <c:pt idx="4">
                <c:v>0.35417147</c:v>
              </c:pt>
              <c:pt idx="5">
                <c:v>0.33391774</c:v>
              </c:pt>
              <c:pt idx="6">
                <c:v>0.29620034</c:v>
              </c:pt>
              <c:pt idx="7">
                <c:v>0.29406372999999997</c:v>
              </c:pt>
              <c:pt idx="8">
                <c:v>0.25689393</c:v>
              </c:pt>
              <c:pt idx="9">
                <c:v>0.25458779</c:v>
              </c:pt>
              <c:pt idx="10">
                <c:v>0.25668013</c:v>
              </c:pt>
              <c:pt idx="11">
                <c:v>0.25428985</c:v>
              </c:pt>
              <c:pt idx="12">
                <c:v>0.22874398999999998</c:v>
              </c:pt>
              <c:pt idx="13">
                <c:v>0.21881910999999998</c:v>
              </c:pt>
              <c:pt idx="14">
                <c:v>0.21771764999999998</c:v>
              </c:pt>
              <c:pt idx="15">
                <c:v>0.22647114999999998</c:v>
              </c:pt>
              <c:pt idx="16">
                <c:v>0.20371416</c:v>
              </c:pt>
              <c:pt idx="17">
                <c:v>0.20326957999999998</c:v>
              </c:pt>
              <c:pt idx="18">
                <c:v>0.20339426000000002</c:v>
              </c:pt>
              <c:pt idx="19">
                <c:v>0.21101752</c:v>
              </c:pt>
              <c:pt idx="20">
                <c:v>0.18547604</c:v>
              </c:pt>
              <c:pt idx="21">
                <c:v>0.19110541</c:v>
              </c:pt>
              <c:pt idx="22">
                <c:v>0.19948725</c:v>
              </c:pt>
              <c:pt idx="23">
                <c:v>0.20688789999999999</c:v>
              </c:pt>
              <c:pt idx="24">
                <c:v>0.19352993</c:v>
              </c:pt>
            </c:numLit>
          </c:val>
          <c:smooth val="0"/>
        </c:ser>
        <c:ser>
          <c:idx val="2"/>
          <c:order val="2"/>
          <c:tx>
            <c:v>Boleto</c:v>
          </c:tx>
          <c:spPr>
            <a:ln xmlns:a="http://schemas.openxmlformats.org/drawingml/2006/main" w="21908">
              <a:solidFill>
                <a:srgbClr val="6B6B6B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2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6B6B6B"/>
                        </a:solidFill>
                      </a:rPr>
                      <a:t>1,4 bi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6B6B6B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25"/>
              <c:pt idx="0">
                <c:v>mar-20</c:v>
              </c:pt>
              <c:pt idx="1">
                <c:v>jun-20</c:v>
              </c:pt>
              <c:pt idx="2">
                <c:v>set-20</c:v>
              </c:pt>
              <c:pt idx="3">
                <c:v>dez-20</c:v>
              </c:pt>
              <c:pt idx="4">
                <c:v>mar-21</c:v>
              </c:pt>
              <c:pt idx="5">
                <c:v>jun-21</c:v>
              </c:pt>
              <c:pt idx="6">
                <c:v>set-21</c:v>
              </c:pt>
              <c:pt idx="7">
                <c:v>dez-21</c:v>
              </c:pt>
              <c:pt idx="8">
                <c:v>mar-22</c:v>
              </c:pt>
              <c:pt idx="9">
                <c:v>jun-22</c:v>
              </c:pt>
              <c:pt idx="10">
                <c:v>set-22</c:v>
              </c:pt>
              <c:pt idx="11">
                <c:v>dez-22</c:v>
              </c:pt>
              <c:pt idx="12">
                <c:v>mar-23</c:v>
              </c:pt>
              <c:pt idx="13">
                <c:v>jun-23</c:v>
              </c:pt>
              <c:pt idx="14">
                <c:v>set-23</c:v>
              </c:pt>
              <c:pt idx="15">
                <c:v>dez-23</c:v>
              </c:pt>
              <c:pt idx="16">
                <c:v>mar-24</c:v>
              </c:pt>
              <c:pt idx="17">
                <c:v>jun-24</c:v>
              </c:pt>
              <c:pt idx="18">
                <c:v>set-24</c:v>
              </c:pt>
              <c:pt idx="19">
                <c:v>dez-24</c:v>
              </c:pt>
              <c:pt idx="20">
                <c:v>mar-25</c:v>
              </c:pt>
              <c:pt idx="21">
                <c:v>jun-25</c:v>
              </c:pt>
              <c:pt idx="22">
                <c:v>set-25</c:v>
              </c:pt>
              <c:pt idx="23">
                <c:v>dez-25</c:v>
              </c:pt>
              <c:pt idx="24">
                <c:v>mar-26</c:v>
              </c:pt>
            </c:strLit>
          </c:cat>
          <c:val>
            <c:numLit>
              <c:formatCode>0.0</c:formatCode>
              <c:ptCount val="25"/>
              <c:pt idx="0">
                <c:v>1.1845106699999999</c:v>
              </c:pt>
              <c:pt idx="1">
                <c:v>1.17544196</c:v>
              </c:pt>
              <c:pt idx="2">
                <c:v>1.38921555</c:v>
              </c:pt>
              <c:pt idx="3">
                <c:v>1.47286882</c:v>
              </c:pt>
              <c:pt idx="4">
                <c:v>1.38934331</c:v>
              </c:pt>
              <c:pt idx="5">
                <c:v>1.4350953</c:v>
              </c:pt>
              <c:pt idx="6">
                <c:v>1.49744027</c:v>
              </c:pt>
              <c:pt idx="7">
                <c:v>1.50142326</c:v>
              </c:pt>
              <c:pt idx="8">
                <c:v>1.4943957700000001</c:v>
              </c:pt>
              <c:pt idx="9">
                <c:v>1.52055574</c:v>
              </c:pt>
              <c:pt idx="10">
                <c:v>1.5440008200000002</c:v>
              </c:pt>
              <c:pt idx="11">
                <c:v>1.5275268899999999</c:v>
              </c:pt>
              <c:pt idx="12">
                <c:v>1.51392275</c:v>
              </c:pt>
              <c:pt idx="13">
                <c:v>1.49786375</c:v>
              </c:pt>
              <c:pt idx="14">
                <c:v>1.4905578700000002</c:v>
              </c:pt>
              <c:pt idx="15">
                <c:v>1.4605924</c:v>
              </c:pt>
              <c:pt idx="16">
                <c:v>1.4307058700000002</c:v>
              </c:pt>
              <c:pt idx="17">
                <c:v>1.4475695800000001</c:v>
              </c:pt>
              <c:pt idx="18">
                <c:v>1.46584177</c:v>
              </c:pt>
              <c:pt idx="19">
                <c:v>1.45912399</c:v>
              </c:pt>
              <c:pt idx="20">
                <c:v>1.39739741</c:v>
              </c:pt>
              <c:pt idx="21">
                <c:v>1.41560566</c:v>
              </c:pt>
              <c:pt idx="22">
                <c:v>1.43321443</c:v>
              </c:pt>
              <c:pt idx="23">
                <c:v>1.42192717</c:v>
              </c:pt>
              <c:pt idx="24">
                <c:v>1.35035931</c:v>
              </c:pt>
            </c:numLit>
          </c:val>
          <c:smooth val="0"/>
        </c:ser>
        <c:ser>
          <c:idx val="3"/>
          <c:order val="3"/>
          <c:tx>
            <c:v>Cheque</c:v>
          </c:tx>
          <c:spPr>
            <a:ln xmlns:a="http://schemas.openxmlformats.org/drawingml/2006/main" w="21908">
              <a:solidFill>
                <a:srgbClr val="A6A6A6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2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A6A6A6"/>
                        </a:solidFill>
                      </a:rPr>
                      <a:t>0,0 bi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A6A6A6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25"/>
              <c:pt idx="0">
                <c:v>mar-20</c:v>
              </c:pt>
              <c:pt idx="1">
                <c:v>jun-20</c:v>
              </c:pt>
              <c:pt idx="2">
                <c:v>set-20</c:v>
              </c:pt>
              <c:pt idx="3">
                <c:v>dez-20</c:v>
              </c:pt>
              <c:pt idx="4">
                <c:v>mar-21</c:v>
              </c:pt>
              <c:pt idx="5">
                <c:v>jun-21</c:v>
              </c:pt>
              <c:pt idx="6">
                <c:v>set-21</c:v>
              </c:pt>
              <c:pt idx="7">
                <c:v>dez-21</c:v>
              </c:pt>
              <c:pt idx="8">
                <c:v>mar-22</c:v>
              </c:pt>
              <c:pt idx="9">
                <c:v>jun-22</c:v>
              </c:pt>
              <c:pt idx="10">
                <c:v>set-22</c:v>
              </c:pt>
              <c:pt idx="11">
                <c:v>dez-22</c:v>
              </c:pt>
              <c:pt idx="12">
                <c:v>mar-23</c:v>
              </c:pt>
              <c:pt idx="13">
                <c:v>jun-23</c:v>
              </c:pt>
              <c:pt idx="14">
                <c:v>set-23</c:v>
              </c:pt>
              <c:pt idx="15">
                <c:v>dez-23</c:v>
              </c:pt>
              <c:pt idx="16">
                <c:v>mar-24</c:v>
              </c:pt>
              <c:pt idx="17">
                <c:v>jun-24</c:v>
              </c:pt>
              <c:pt idx="18">
                <c:v>set-24</c:v>
              </c:pt>
              <c:pt idx="19">
                <c:v>dez-24</c:v>
              </c:pt>
              <c:pt idx="20">
                <c:v>mar-25</c:v>
              </c:pt>
              <c:pt idx="21">
                <c:v>jun-25</c:v>
              </c:pt>
              <c:pt idx="22">
                <c:v>set-25</c:v>
              </c:pt>
              <c:pt idx="23">
                <c:v>dez-25</c:v>
              </c:pt>
              <c:pt idx="24">
                <c:v>mar-26</c:v>
              </c:pt>
            </c:strLit>
          </c:cat>
          <c:val>
            <c:numLit>
              <c:formatCode>0.0</c:formatCode>
              <c:ptCount val="25"/>
              <c:pt idx="0">
                <c:v>0.11523783</c:v>
              </c:pt>
              <c:pt idx="1">
                <c:v>0.08535507</c:v>
              </c:pt>
              <c:pt idx="2">
                <c:v>0.08696627</c:v>
              </c:pt>
              <c:pt idx="3">
                <c:v>0.09159482000000001</c:v>
              </c:pt>
              <c:pt idx="4">
                <c:v>0.07940962</c:v>
              </c:pt>
              <c:pt idx="5">
                <c:v>0.07541798</c:v>
              </c:pt>
              <c:pt idx="6">
                <c:v>0.08011080000000001</c:v>
              </c:pt>
              <c:pt idx="7">
                <c:v>0.07775286000000001</c:v>
              </c:pt>
              <c:pt idx="8">
                <c:v>0.07147943</c:v>
              </c:pt>
              <c:pt idx="9">
                <c:v>0.07014114</c:v>
              </c:pt>
              <c:pt idx="10">
                <c:v>0.06853783000000001</c:v>
              </c:pt>
              <c:pt idx="11">
                <c:v>0.06297172</c:v>
              </c:pt>
              <c:pt idx="12">
                <c:v>0.05783055</c:v>
              </c:pt>
              <c:pt idx="13">
                <c:v>0.05633937</c:v>
              </c:pt>
              <c:pt idx="14">
                <c:v>0.054410389999999996</c:v>
              </c:pt>
              <c:pt idx="15">
                <c:v>0.05210115</c:v>
              </c:pt>
              <c:pt idx="16">
                <c:v>0.04646888</c:v>
              </c:pt>
              <c:pt idx="17">
                <c:v>0.04498197</c:v>
              </c:pt>
              <c:pt idx="18">
                <c:v>0.04424373</c:v>
              </c:pt>
              <c:pt idx="19">
                <c:v>0.041511269999999996</c:v>
              </c:pt>
              <c:pt idx="20">
                <c:v>0.03757443</c:v>
              </c:pt>
              <c:pt idx="21">
                <c:v>0.03614506</c:v>
              </c:pt>
              <c:pt idx="22">
                <c:v>0.03537478</c:v>
              </c:pt>
              <c:pt idx="23">
                <c:v>0.033249690000000005</c:v>
              </c:pt>
              <c:pt idx="24">
                <c:v>0.029423849999999998</c:v>
              </c:pt>
            </c:numLit>
          </c:val>
          <c:smooth val="0"/>
        </c:ser>
        <c:ser>
          <c:idx val="4"/>
          <c:order val="4"/>
          <c:tx>
            <c:v>Cartão de Crédito</c:v>
          </c:tx>
          <c:spPr>
            <a:ln xmlns:a="http://schemas.openxmlformats.org/drawingml/2006/main" w="21908">
              <a:solidFill>
                <a:srgbClr val="004B8D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2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004B8D"/>
                        </a:solidFill>
                      </a:rPr>
                      <a:t>6,1 bi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004B8D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25"/>
              <c:pt idx="0">
                <c:v>mar-20</c:v>
              </c:pt>
              <c:pt idx="1">
                <c:v>jun-20</c:v>
              </c:pt>
              <c:pt idx="2">
                <c:v>set-20</c:v>
              </c:pt>
              <c:pt idx="3">
                <c:v>dez-20</c:v>
              </c:pt>
              <c:pt idx="4">
                <c:v>mar-21</c:v>
              </c:pt>
              <c:pt idx="5">
                <c:v>jun-21</c:v>
              </c:pt>
              <c:pt idx="6">
                <c:v>set-21</c:v>
              </c:pt>
              <c:pt idx="7">
                <c:v>dez-21</c:v>
              </c:pt>
              <c:pt idx="8">
                <c:v>mar-22</c:v>
              </c:pt>
              <c:pt idx="9">
                <c:v>jun-22</c:v>
              </c:pt>
              <c:pt idx="10">
                <c:v>set-22</c:v>
              </c:pt>
              <c:pt idx="11">
                <c:v>dez-22</c:v>
              </c:pt>
              <c:pt idx="12">
                <c:v>mar-23</c:v>
              </c:pt>
              <c:pt idx="13">
                <c:v>jun-23</c:v>
              </c:pt>
              <c:pt idx="14">
                <c:v>set-23</c:v>
              </c:pt>
              <c:pt idx="15">
                <c:v>dez-23</c:v>
              </c:pt>
              <c:pt idx="16">
                <c:v>mar-24</c:v>
              </c:pt>
              <c:pt idx="17">
                <c:v>jun-24</c:v>
              </c:pt>
              <c:pt idx="18">
                <c:v>set-24</c:v>
              </c:pt>
              <c:pt idx="19">
                <c:v>dez-24</c:v>
              </c:pt>
              <c:pt idx="20">
                <c:v>mar-25</c:v>
              </c:pt>
              <c:pt idx="21">
                <c:v>jun-25</c:v>
              </c:pt>
              <c:pt idx="22">
                <c:v>set-25</c:v>
              </c:pt>
              <c:pt idx="23">
                <c:v>dez-25</c:v>
              </c:pt>
              <c:pt idx="24">
                <c:v>mar-26</c:v>
              </c:pt>
            </c:strLit>
          </c:cat>
          <c:val>
            <c:numLit>
              <c:formatCode>0.0</c:formatCode>
              <c:ptCount val="25"/>
              <c:pt idx="0">
                <c:v>2.49278311</c:v>
              </c:pt>
              <c:pt idx="1">
                <c:v>1.90802751</c:v>
              </c:pt>
              <c:pt idx="2">
                <c:v>2.28187569</c:v>
              </c:pt>
              <c:pt idx="3">
                <c:v>2.67257473</c:v>
              </c:pt>
              <c:pt idx="4">
                <c:v>2.5823633399999997</c:v>
              </c:pt>
              <c:pt idx="5">
                <c:v>2.83931536</c:v>
              </c:pt>
              <c:pt idx="6">
                <c:v>3.3088641</c:v>
              </c:pt>
              <c:pt idx="7">
                <c:v>3.73788365</c:v>
              </c:pt>
              <c:pt idx="8">
                <c:v>3.67738406</c:v>
              </c:pt>
              <c:pt idx="9">
                <c:v>3.9717764100000004</c:v>
              </c:pt>
              <c:pt idx="10">
                <c:v>4.14998637</c:v>
              </c:pt>
              <c:pt idx="11">
                <c:v>4.33326759</c:v>
              </c:pt>
              <c:pt idx="12">
                <c:v>4.18916915</c:v>
              </c:pt>
              <c:pt idx="13">
                <c:v>4.43515566</c:v>
              </c:pt>
              <c:pt idx="14">
                <c:v>4.58477143</c:v>
              </c:pt>
              <c:pt idx="15">
                <c:v>4.814965269999999</c:v>
              </c:pt>
              <c:pt idx="16">
                <c:v>4.72553747</c:v>
              </c:pt>
              <c:pt idx="17">
                <c:v>4.88168051</c:v>
              </c:pt>
              <c:pt idx="18">
                <c:v>5.04492785</c:v>
              </c:pt>
              <c:pt idx="19">
                <c:v>5.35923634</c:v>
              </c:pt>
              <c:pt idx="20">
                <c:v>5.42980185</c:v>
              </c:pt>
              <c:pt idx="21">
                <c:v>5.658871230000001</c:v>
              </c:pt>
              <c:pt idx="22">
                <c:v>5.860367549999999</c:v>
              </c:pt>
              <c:pt idx="23">
                <c:v>6.13963362</c:v>
              </c:pt>
              <c:pt idx="24">
                <c:v>6.05782883</c:v>
              </c:pt>
            </c:numLit>
          </c:val>
          <c:smooth val="0"/>
        </c:ser>
        <c:ser>
          <c:idx val="5"/>
          <c:order val="5"/>
          <c:tx>
            <c:v>Cartão de Débito</c:v>
          </c:tx>
          <c:spPr>
            <a:ln xmlns:a="http://schemas.openxmlformats.org/drawingml/2006/main" w="21908">
              <a:solidFill>
                <a:srgbClr val="2F80B7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2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2F80B7"/>
                        </a:solidFill>
                      </a:rPr>
                      <a:t>4,0 bi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2F80B7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25"/>
              <c:pt idx="0">
                <c:v>mar-20</c:v>
              </c:pt>
              <c:pt idx="1">
                <c:v>jun-20</c:v>
              </c:pt>
              <c:pt idx="2">
                <c:v>set-20</c:v>
              </c:pt>
              <c:pt idx="3">
                <c:v>dez-20</c:v>
              </c:pt>
              <c:pt idx="4">
                <c:v>mar-21</c:v>
              </c:pt>
              <c:pt idx="5">
                <c:v>jun-21</c:v>
              </c:pt>
              <c:pt idx="6">
                <c:v>set-21</c:v>
              </c:pt>
              <c:pt idx="7">
                <c:v>dez-21</c:v>
              </c:pt>
              <c:pt idx="8">
                <c:v>mar-22</c:v>
              </c:pt>
              <c:pt idx="9">
                <c:v>jun-22</c:v>
              </c:pt>
              <c:pt idx="10">
                <c:v>set-22</c:v>
              </c:pt>
              <c:pt idx="11">
                <c:v>dez-22</c:v>
              </c:pt>
              <c:pt idx="12">
                <c:v>mar-23</c:v>
              </c:pt>
              <c:pt idx="13">
                <c:v>jun-23</c:v>
              </c:pt>
              <c:pt idx="14">
                <c:v>set-23</c:v>
              </c:pt>
              <c:pt idx="15">
                <c:v>dez-23</c:v>
              </c:pt>
              <c:pt idx="16">
                <c:v>mar-24</c:v>
              </c:pt>
              <c:pt idx="17">
                <c:v>jun-24</c:v>
              </c:pt>
              <c:pt idx="18">
                <c:v>set-24</c:v>
              </c:pt>
              <c:pt idx="19">
                <c:v>dez-24</c:v>
              </c:pt>
              <c:pt idx="20">
                <c:v>mar-25</c:v>
              </c:pt>
              <c:pt idx="21">
                <c:v>jun-25</c:v>
              </c:pt>
              <c:pt idx="22">
                <c:v>set-25</c:v>
              </c:pt>
              <c:pt idx="23">
                <c:v>dez-25</c:v>
              </c:pt>
              <c:pt idx="24">
                <c:v>mar-26</c:v>
              </c:pt>
            </c:strLit>
          </c:cat>
          <c:val>
            <c:numLit>
              <c:formatCode>0.0</c:formatCode>
              <c:ptCount val="25"/>
              <c:pt idx="0">
                <c:v>2.75791417</c:v>
              </c:pt>
              <c:pt idx="1">
                <c:v>2.25965057</c:v>
              </c:pt>
              <c:pt idx="2">
                <c:v>2.95701555</c:v>
              </c:pt>
              <c:pt idx="3">
                <c:v>3.48340756</c:v>
              </c:pt>
              <c:pt idx="4">
                <c:v>3.00500465</c:v>
              </c:pt>
              <c:pt idx="5">
                <c:v>3.14169141</c:v>
              </c:pt>
              <c:pt idx="6">
                <c:v>3.52606288</c:v>
              </c:pt>
              <c:pt idx="7">
                <c:v>3.84920818</c:v>
              </c:pt>
              <c:pt idx="8">
                <c:v>3.58996833</c:v>
              </c:pt>
              <c:pt idx="9">
                <c:v>3.77854037</c:v>
              </c:pt>
              <c:pt idx="10">
                <c:v>3.83107959</c:v>
              </c:pt>
              <c:pt idx="11">
                <c:v>4.1154753799999995</c:v>
              </c:pt>
              <c:pt idx="12">
                <c:v>3.83524667</c:v>
              </c:pt>
              <c:pt idx="13">
                <c:v>3.9298670899999997</c:v>
              </c:pt>
              <c:pt idx="14">
                <c:v>4.0144719900000005</c:v>
              </c:pt>
              <c:pt idx="15">
                <c:v>4.23879424</c:v>
              </c:pt>
              <c:pt idx="16">
                <c:v>3.9525165099999997</c:v>
              </c:pt>
              <c:pt idx="17">
                <c:v>4.05814352</c:v>
              </c:pt>
              <c:pt idx="18">
                <c:v>4.12204559</c:v>
              </c:pt>
              <c:pt idx="19">
                <c:v>4.28270654</c:v>
              </c:pt>
              <c:pt idx="20">
                <c:v>3.97238423</c:v>
              </c:pt>
              <c:pt idx="21">
                <c:v>4.03017537</c:v>
              </c:pt>
              <c:pt idx="22">
                <c:v>4.08637358</c:v>
              </c:pt>
              <c:pt idx="23">
                <c:v>4.3035735</c:v>
              </c:pt>
              <c:pt idx="24">
                <c:v>3.9663158</c:v>
              </c:pt>
            </c:numLit>
          </c:val>
          <c:smooth val="0"/>
        </c:ser>
        <c:ser>
          <c:idx val="6"/>
          <c:order val="6"/>
          <c:tx>
            <c:v>Cartão Pré-pago</c:v>
          </c:tx>
          <c:spPr>
            <a:ln xmlns:a="http://schemas.openxmlformats.org/drawingml/2006/main" w="21908">
              <a:solidFill>
                <a:srgbClr val="79B8D1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2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79B8D1"/>
                        </a:solidFill>
                      </a:rPr>
                      <a:t>2,2 bi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79B8D1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25"/>
              <c:pt idx="0">
                <c:v>mar-20</c:v>
              </c:pt>
              <c:pt idx="1">
                <c:v>jun-20</c:v>
              </c:pt>
              <c:pt idx="2">
                <c:v>set-20</c:v>
              </c:pt>
              <c:pt idx="3">
                <c:v>dez-20</c:v>
              </c:pt>
              <c:pt idx="4">
                <c:v>mar-21</c:v>
              </c:pt>
              <c:pt idx="5">
                <c:v>jun-21</c:v>
              </c:pt>
              <c:pt idx="6">
                <c:v>set-21</c:v>
              </c:pt>
              <c:pt idx="7">
                <c:v>dez-21</c:v>
              </c:pt>
              <c:pt idx="8">
                <c:v>mar-22</c:v>
              </c:pt>
              <c:pt idx="9">
                <c:v>jun-22</c:v>
              </c:pt>
              <c:pt idx="10">
                <c:v>set-22</c:v>
              </c:pt>
              <c:pt idx="11">
                <c:v>dez-22</c:v>
              </c:pt>
              <c:pt idx="12">
                <c:v>mar-23</c:v>
              </c:pt>
              <c:pt idx="13">
                <c:v>jun-23</c:v>
              </c:pt>
              <c:pt idx="14">
                <c:v>set-23</c:v>
              </c:pt>
              <c:pt idx="15">
                <c:v>dez-23</c:v>
              </c:pt>
              <c:pt idx="16">
                <c:v>mar-24</c:v>
              </c:pt>
              <c:pt idx="17">
                <c:v>jun-24</c:v>
              </c:pt>
              <c:pt idx="18">
                <c:v>set-24</c:v>
              </c:pt>
              <c:pt idx="19">
                <c:v>dez-24</c:v>
              </c:pt>
              <c:pt idx="20">
                <c:v>mar-25</c:v>
              </c:pt>
              <c:pt idx="21">
                <c:v>jun-25</c:v>
              </c:pt>
              <c:pt idx="22">
                <c:v>set-25</c:v>
              </c:pt>
              <c:pt idx="23">
                <c:v>dez-25</c:v>
              </c:pt>
              <c:pt idx="24">
                <c:v>mar-26</c:v>
              </c:pt>
            </c:strLit>
          </c:cat>
          <c:val>
            <c:numLit>
              <c:formatCode>0.0</c:formatCode>
              <c:ptCount val="25"/>
              <c:pt idx="0">
                <c:v>0.12252392</c:v>
              </c:pt>
              <c:pt idx="1">
                <c:v>0.12989128</c:v>
              </c:pt>
              <c:pt idx="2">
                <c:v>0.23281958</c:v>
              </c:pt>
              <c:pt idx="3">
                <c:v>0.35070661999999997</c:v>
              </c:pt>
              <c:pt idx="4">
                <c:v>0.37835544</c:v>
              </c:pt>
              <c:pt idx="5">
                <c:v>0.54336038</c:v>
              </c:pt>
              <c:pt idx="6">
                <c:v>0.7338773000000001</c:v>
              </c:pt>
              <c:pt idx="7">
                <c:v>0.9285759499999999</c:v>
              </c:pt>
              <c:pt idx="8">
                <c:v>0.9835773299999999</c:v>
              </c:pt>
              <c:pt idx="9">
                <c:v>1.1474904</c:v>
              </c:pt>
              <c:pt idx="10">
                <c:v>1.28399353</c:v>
              </c:pt>
              <c:pt idx="11">
                <c:v>1.4927991299999999</c:v>
              </c:pt>
              <c:pt idx="12">
                <c:v>1.47520706</c:v>
              </c:pt>
              <c:pt idx="13">
                <c:v>1.57733978</c:v>
              </c:pt>
              <c:pt idx="14">
                <c:v>1.71418513</c:v>
              </c:pt>
              <c:pt idx="15">
                <c:v>1.8954824</c:v>
              </c:pt>
              <c:pt idx="16">
                <c:v>1.79443945</c:v>
              </c:pt>
              <c:pt idx="17">
                <c:v>1.91436966</c:v>
              </c:pt>
              <c:pt idx="18">
                <c:v>1.96030922</c:v>
              </c:pt>
              <c:pt idx="19">
                <c:v>2.02338949</c:v>
              </c:pt>
              <c:pt idx="20">
                <c:v>2.1366333799999997</c:v>
              </c:pt>
              <c:pt idx="21">
                <c:v>2.1825372400000003</c:v>
              </c:pt>
              <c:pt idx="22">
                <c:v>2.24961533</c:v>
              </c:pt>
              <c:pt idx="23">
                <c:v>2.38374909</c:v>
              </c:pt>
              <c:pt idx="24">
                <c:v>2.15477087</c:v>
              </c:pt>
            </c:numLit>
          </c:val>
          <c:smooth val="0"/>
        </c:ser>
        <c:dLbls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6B6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B6B6B"/>
                    </a:solidFill>
                  </a:rPr>
                  <a:t>bilhões de transações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B6B6B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6B6B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1F1F1F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Pix</c:v>
          </c:tx>
          <c:spPr>
            <a:ln xmlns:a="http://schemas.openxmlformats.org/drawingml/2006/main" w="21908">
              <a:solidFill>
                <a:srgbClr val="EC7000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2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EC7000"/>
                        </a:solidFill>
                      </a:rPr>
                      <a:t>9,7 tri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EC7000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25"/>
              <c:pt idx="0">
                <c:v>mar-20</c:v>
              </c:pt>
              <c:pt idx="1">
                <c:v>jun-20</c:v>
              </c:pt>
              <c:pt idx="2">
                <c:v>set-20</c:v>
              </c:pt>
              <c:pt idx="3">
                <c:v>dez-20</c:v>
              </c:pt>
              <c:pt idx="4">
                <c:v>mar-21</c:v>
              </c:pt>
              <c:pt idx="5">
                <c:v>jun-21</c:v>
              </c:pt>
              <c:pt idx="6">
                <c:v>set-21</c:v>
              </c:pt>
              <c:pt idx="7">
                <c:v>dez-21</c:v>
              </c:pt>
              <c:pt idx="8">
                <c:v>mar-22</c:v>
              </c:pt>
              <c:pt idx="9">
                <c:v>jun-22</c:v>
              </c:pt>
              <c:pt idx="10">
                <c:v>set-22</c:v>
              </c:pt>
              <c:pt idx="11">
                <c:v>dez-22</c:v>
              </c:pt>
              <c:pt idx="12">
                <c:v>mar-23</c:v>
              </c:pt>
              <c:pt idx="13">
                <c:v>jun-23</c:v>
              </c:pt>
              <c:pt idx="14">
                <c:v>set-23</c:v>
              </c:pt>
              <c:pt idx="15">
                <c:v>dez-23</c:v>
              </c:pt>
              <c:pt idx="16">
                <c:v>mar-24</c:v>
              </c:pt>
              <c:pt idx="17">
                <c:v>jun-24</c:v>
              </c:pt>
              <c:pt idx="18">
                <c:v>set-24</c:v>
              </c:pt>
              <c:pt idx="19">
                <c:v>dez-24</c:v>
              </c:pt>
              <c:pt idx="20">
                <c:v>mar-25</c:v>
              </c:pt>
              <c:pt idx="21">
                <c:v>jun-25</c:v>
              </c:pt>
              <c:pt idx="22">
                <c:v>set-25</c:v>
              </c:pt>
              <c:pt idx="23">
                <c:v>dez-25</c:v>
              </c:pt>
              <c:pt idx="24">
                <c:v>mar-26</c:v>
              </c:pt>
            </c:strLit>
          </c:cat>
          <c:val>
            <c:numLit>
              <c:formatCode>0.0</c:formatCode>
              <c:ptCount val="2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0.14989491</c:v>
              </c:pt>
              <c:pt idx="4">
                <c:v>0.62504652</c:v>
              </c:pt>
              <c:pt idx="5">
                <c:v>1.10573521</c:v>
              </c:pt>
              <c:pt idx="6">
                <c:v>1.55691622</c:v>
              </c:pt>
              <c:pt idx="7">
                <c:v>1.91641868</c:v>
              </c:pt>
              <c:pt idx="8">
                <c:v>2.06782655</c:v>
              </c:pt>
              <c:pt idx="9">
                <c:v>2.5433844</c:v>
              </c:pt>
              <c:pt idx="10">
                <c:v>2.9364139500000004</c:v>
              </c:pt>
              <c:pt idx="11">
                <c:v>3.3429136699999997</c:v>
              </c:pt>
              <c:pt idx="12">
                <c:v>3.44719557</c:v>
              </c:pt>
              <c:pt idx="13">
                <c:v>3.90037722</c:v>
              </c:pt>
              <c:pt idx="14">
                <c:v>4.469529570000001</c:v>
              </c:pt>
              <c:pt idx="15">
                <c:v>5.300155</c:v>
              </c:pt>
              <c:pt idx="16">
                <c:v>5.42930489</c:v>
              </c:pt>
              <c:pt idx="17">
                <c:v>6.28428287</c:v>
              </c:pt>
              <c:pt idx="18">
                <c:v>6.97824821</c:v>
              </c:pt>
              <c:pt idx="19">
                <c:v>7.712675030000001</c:v>
              </c:pt>
              <c:pt idx="20">
                <c:v>7.469675230000001</c:v>
              </c:pt>
              <c:pt idx="21">
                <c:v>8.362176530000001</c:v>
              </c:pt>
              <c:pt idx="22">
                <c:v>9.272361539999999</c:v>
              </c:pt>
              <c:pt idx="23">
                <c:v>10.21512076</c:v>
              </c:pt>
              <c:pt idx="24">
                <c:v>9.7023266</c:v>
              </c:pt>
            </c:numLit>
          </c:val>
          <c:smooth val="0"/>
        </c:ser>
        <c:ser>
          <c:idx val="1"/>
          <c:order val="1"/>
          <c:tx>
            <c:v>TED</c:v>
          </c:tx>
          <c:spPr>
            <a:ln xmlns:a="http://schemas.openxmlformats.org/drawingml/2006/main" w="21908">
              <a:solidFill>
                <a:srgbClr val="000000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2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000000"/>
                        </a:solidFill>
                      </a:rPr>
                      <a:t>11 tri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25"/>
              <c:pt idx="0">
                <c:v>mar-20</c:v>
              </c:pt>
              <c:pt idx="1">
                <c:v>jun-20</c:v>
              </c:pt>
              <c:pt idx="2">
                <c:v>set-20</c:v>
              </c:pt>
              <c:pt idx="3">
                <c:v>dez-20</c:v>
              </c:pt>
              <c:pt idx="4">
                <c:v>mar-21</c:v>
              </c:pt>
              <c:pt idx="5">
                <c:v>jun-21</c:v>
              </c:pt>
              <c:pt idx="6">
                <c:v>set-21</c:v>
              </c:pt>
              <c:pt idx="7">
                <c:v>dez-21</c:v>
              </c:pt>
              <c:pt idx="8">
                <c:v>mar-22</c:v>
              </c:pt>
              <c:pt idx="9">
                <c:v>jun-22</c:v>
              </c:pt>
              <c:pt idx="10">
                <c:v>set-22</c:v>
              </c:pt>
              <c:pt idx="11">
                <c:v>dez-22</c:v>
              </c:pt>
              <c:pt idx="12">
                <c:v>mar-23</c:v>
              </c:pt>
              <c:pt idx="13">
                <c:v>jun-23</c:v>
              </c:pt>
              <c:pt idx="14">
                <c:v>set-23</c:v>
              </c:pt>
              <c:pt idx="15">
                <c:v>dez-23</c:v>
              </c:pt>
              <c:pt idx="16">
                <c:v>mar-24</c:v>
              </c:pt>
              <c:pt idx="17">
                <c:v>jun-24</c:v>
              </c:pt>
              <c:pt idx="18">
                <c:v>set-24</c:v>
              </c:pt>
              <c:pt idx="19">
                <c:v>dez-24</c:v>
              </c:pt>
              <c:pt idx="20">
                <c:v>mar-25</c:v>
              </c:pt>
              <c:pt idx="21">
                <c:v>jun-25</c:v>
              </c:pt>
              <c:pt idx="22">
                <c:v>set-25</c:v>
              </c:pt>
              <c:pt idx="23">
                <c:v>dez-25</c:v>
              </c:pt>
              <c:pt idx="24">
                <c:v>mar-26</c:v>
              </c:pt>
            </c:strLit>
          </c:cat>
          <c:val>
            <c:numLit>
              <c:formatCode>0.0</c:formatCode>
              <c:ptCount val="25"/>
              <c:pt idx="0">
                <c:v>6.65213513</c:v>
              </c:pt>
              <c:pt idx="1">
                <c:v>6.26700416</c:v>
              </c:pt>
              <c:pt idx="2">
                <c:v>7.50398224</c:v>
              </c:pt>
              <c:pt idx="3">
                <c:v>8.036705320000001</c:v>
              </c:pt>
              <c:pt idx="4">
                <c:v>7.89441416</c:v>
              </c:pt>
              <c:pt idx="5">
                <c:v>8.566787269999999</c:v>
              </c:pt>
              <c:pt idx="6">
                <c:v>9.257046279999999</c:v>
              </c:pt>
              <c:pt idx="7">
                <c:v>9.80729311</c:v>
              </c:pt>
              <c:pt idx="8">
                <c:v>9.50715834</c:v>
              </c:pt>
              <c:pt idx="9">
                <c:v>10.44957467</c:v>
              </c:pt>
              <c:pt idx="10">
                <c:v>10.43776316</c:v>
              </c:pt>
              <c:pt idx="11">
                <c:v>10.38212163</c:v>
              </c:pt>
              <c:pt idx="12">
                <c:v>9.91960284</c:v>
              </c:pt>
              <c:pt idx="13">
                <c:v>10.65746313</c:v>
              </c:pt>
              <c:pt idx="14">
                <c:v>9.96025189</c:v>
              </c:pt>
              <c:pt idx="15">
                <c:v>10.090921810000001</c:v>
              </c:pt>
              <c:pt idx="16">
                <c:v>9.651625560000001</c:v>
              </c:pt>
              <c:pt idx="17">
                <c:v>10.662555730000001</c:v>
              </c:pt>
              <c:pt idx="18">
                <c:v>11.18021768</c:v>
              </c:pt>
              <c:pt idx="19">
                <c:v>11.64726567</c:v>
              </c:pt>
              <c:pt idx="20">
                <c:v>10.76768614</c:v>
              </c:pt>
              <c:pt idx="21">
                <c:v>11.392855710000001</c:v>
              </c:pt>
              <c:pt idx="22">
                <c:v>11.55189644</c:v>
              </c:pt>
              <c:pt idx="23">
                <c:v>12.143656980000001</c:v>
              </c:pt>
              <c:pt idx="24">
                <c:v>11.37000786</c:v>
              </c:pt>
            </c:numLit>
          </c:val>
          <c:smooth val="0"/>
        </c:ser>
        <c:ser>
          <c:idx val="2"/>
          <c:order val="2"/>
          <c:tx>
            <c:v>Boleto</c:v>
          </c:tx>
          <c:spPr>
            <a:ln xmlns:a="http://schemas.openxmlformats.org/drawingml/2006/main" w="21908">
              <a:solidFill>
                <a:srgbClr val="6B6B6B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2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6B6B6B"/>
                        </a:solidFill>
                      </a:rPr>
                      <a:t>2,4 tri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6B6B6B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25"/>
              <c:pt idx="0">
                <c:v>mar-20</c:v>
              </c:pt>
              <c:pt idx="1">
                <c:v>jun-20</c:v>
              </c:pt>
              <c:pt idx="2">
                <c:v>set-20</c:v>
              </c:pt>
              <c:pt idx="3">
                <c:v>dez-20</c:v>
              </c:pt>
              <c:pt idx="4">
                <c:v>mar-21</c:v>
              </c:pt>
              <c:pt idx="5">
                <c:v>jun-21</c:v>
              </c:pt>
              <c:pt idx="6">
                <c:v>set-21</c:v>
              </c:pt>
              <c:pt idx="7">
                <c:v>dez-21</c:v>
              </c:pt>
              <c:pt idx="8">
                <c:v>mar-22</c:v>
              </c:pt>
              <c:pt idx="9">
                <c:v>jun-22</c:v>
              </c:pt>
              <c:pt idx="10">
                <c:v>set-22</c:v>
              </c:pt>
              <c:pt idx="11">
                <c:v>dez-22</c:v>
              </c:pt>
              <c:pt idx="12">
                <c:v>mar-23</c:v>
              </c:pt>
              <c:pt idx="13">
                <c:v>jun-23</c:v>
              </c:pt>
              <c:pt idx="14">
                <c:v>set-23</c:v>
              </c:pt>
              <c:pt idx="15">
                <c:v>dez-23</c:v>
              </c:pt>
              <c:pt idx="16">
                <c:v>mar-24</c:v>
              </c:pt>
              <c:pt idx="17">
                <c:v>jun-24</c:v>
              </c:pt>
              <c:pt idx="18">
                <c:v>set-24</c:v>
              </c:pt>
              <c:pt idx="19">
                <c:v>dez-24</c:v>
              </c:pt>
              <c:pt idx="20">
                <c:v>mar-25</c:v>
              </c:pt>
              <c:pt idx="21">
                <c:v>jun-25</c:v>
              </c:pt>
              <c:pt idx="22">
                <c:v>set-25</c:v>
              </c:pt>
              <c:pt idx="23">
                <c:v>dez-25</c:v>
              </c:pt>
              <c:pt idx="24">
                <c:v>mar-26</c:v>
              </c:pt>
            </c:strLit>
          </c:cat>
          <c:val>
            <c:numLit>
              <c:formatCode>0.0</c:formatCode>
              <c:ptCount val="25"/>
              <c:pt idx="0">
                <c:v>1.52648676</c:v>
              </c:pt>
              <c:pt idx="1">
                <c:v>1.2797969</c:v>
              </c:pt>
              <c:pt idx="2">
                <c:v>1.95981972</c:v>
              </c:pt>
              <c:pt idx="3">
                <c:v>1.9191006000000002</c:v>
              </c:pt>
              <c:pt idx="4">
                <c:v>1.72963402</c:v>
              </c:pt>
              <c:pt idx="5">
                <c:v>1.8399221399999999</c:v>
              </c:pt>
              <c:pt idx="6">
                <c:v>2.0017551200000003</c:v>
              </c:pt>
              <c:pt idx="7">
                <c:v>2.07020728</c:v>
              </c:pt>
              <c:pt idx="8">
                <c:v>2.03148129</c:v>
              </c:pt>
              <c:pt idx="9">
                <c:v>2.20948465</c:v>
              </c:pt>
              <c:pt idx="10">
                <c:v>2.24964621</c:v>
              </c:pt>
              <c:pt idx="11">
                <c:v>2.2522950600000002</c:v>
              </c:pt>
              <c:pt idx="12">
                <c:v>2.20051437</c:v>
              </c:pt>
              <c:pt idx="13">
                <c:v>2.24561835</c:v>
              </c:pt>
              <c:pt idx="14">
                <c:v>2.2850580899999997</c:v>
              </c:pt>
              <c:pt idx="15">
                <c:v>2.32750806</c:v>
              </c:pt>
              <c:pt idx="16">
                <c:v>2.25860498</c:v>
              </c:pt>
              <c:pt idx="17">
                <c:v>2.37106498</c:v>
              </c:pt>
              <c:pt idx="18">
                <c:v>2.45320312</c:v>
              </c:pt>
              <c:pt idx="19">
                <c:v>2.53914715</c:v>
              </c:pt>
              <c:pt idx="20">
                <c:v>2.3729115</c:v>
              </c:pt>
              <c:pt idx="21">
                <c:v>2.4659406</c:v>
              </c:pt>
              <c:pt idx="22">
                <c:v>2.5701462999999998</c:v>
              </c:pt>
              <c:pt idx="23">
                <c:v>2.6077004599999998</c:v>
              </c:pt>
              <c:pt idx="24">
                <c:v>2.4253701899999998</c:v>
              </c:pt>
            </c:numLit>
          </c:val>
          <c:smooth val="0"/>
        </c:ser>
        <c:ser>
          <c:idx val="3"/>
          <c:order val="3"/>
          <c:tx>
            <c:v>Cheque</c:v>
          </c:tx>
          <c:spPr>
            <a:ln xmlns:a="http://schemas.openxmlformats.org/drawingml/2006/main" w="21908">
              <a:solidFill>
                <a:srgbClr val="A6A6A6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2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A6A6A6"/>
                        </a:solidFill>
                      </a:rPr>
                      <a:t>0,1 tri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A6A6A6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25"/>
              <c:pt idx="0">
                <c:v>mar-20</c:v>
              </c:pt>
              <c:pt idx="1">
                <c:v>jun-20</c:v>
              </c:pt>
              <c:pt idx="2">
                <c:v>set-20</c:v>
              </c:pt>
              <c:pt idx="3">
                <c:v>dez-20</c:v>
              </c:pt>
              <c:pt idx="4">
                <c:v>mar-21</c:v>
              </c:pt>
              <c:pt idx="5">
                <c:v>jun-21</c:v>
              </c:pt>
              <c:pt idx="6">
                <c:v>set-21</c:v>
              </c:pt>
              <c:pt idx="7">
                <c:v>dez-21</c:v>
              </c:pt>
              <c:pt idx="8">
                <c:v>mar-22</c:v>
              </c:pt>
              <c:pt idx="9">
                <c:v>jun-22</c:v>
              </c:pt>
              <c:pt idx="10">
                <c:v>set-22</c:v>
              </c:pt>
              <c:pt idx="11">
                <c:v>dez-22</c:v>
              </c:pt>
              <c:pt idx="12">
                <c:v>mar-23</c:v>
              </c:pt>
              <c:pt idx="13">
                <c:v>jun-23</c:v>
              </c:pt>
              <c:pt idx="14">
                <c:v>set-23</c:v>
              </c:pt>
              <c:pt idx="15">
                <c:v>dez-23</c:v>
              </c:pt>
              <c:pt idx="16">
                <c:v>mar-24</c:v>
              </c:pt>
              <c:pt idx="17">
                <c:v>jun-24</c:v>
              </c:pt>
              <c:pt idx="18">
                <c:v>set-24</c:v>
              </c:pt>
              <c:pt idx="19">
                <c:v>dez-24</c:v>
              </c:pt>
              <c:pt idx="20">
                <c:v>mar-25</c:v>
              </c:pt>
              <c:pt idx="21">
                <c:v>jun-25</c:v>
              </c:pt>
              <c:pt idx="22">
                <c:v>set-25</c:v>
              </c:pt>
              <c:pt idx="23">
                <c:v>dez-25</c:v>
              </c:pt>
              <c:pt idx="24">
                <c:v>mar-26</c:v>
              </c:pt>
            </c:strLit>
          </c:cat>
          <c:val>
            <c:numLit>
              <c:formatCode>0.0</c:formatCode>
              <c:ptCount val="25"/>
              <c:pt idx="0">
                <c:v>0.31884492</c:v>
              </c:pt>
              <c:pt idx="1">
                <c:v>0.23787312</c:v>
              </c:pt>
              <c:pt idx="2">
                <c:v>0.25933488</c:v>
              </c:pt>
              <c:pt idx="3">
                <c:v>0.27829537</c:v>
              </c:pt>
              <c:pt idx="4">
                <c:v>0.25352792</c:v>
              </c:pt>
              <c:pt idx="5">
                <c:v>0.26494431</c:v>
              </c:pt>
              <c:pt idx="6">
                <c:v>0.27112034</c:v>
              </c:pt>
              <c:pt idx="7">
                <c:v>0.26429815999999995</c:v>
              </c:pt>
              <c:pt idx="8">
                <c:v>0.25545543</c:v>
              </c:pt>
              <c:pt idx="9">
                <c:v>0.27100809000000003</c:v>
              </c:pt>
              <c:pt idx="10">
                <c:v>0.2684896</c:v>
              </c:pt>
              <c:pt idx="11">
                <c:v>0.24329603</c:v>
              </c:pt>
              <c:pt idx="12">
                <c:v>0.24068619</c:v>
              </c:pt>
              <c:pt idx="13">
                <c:v>0.22840882</c:v>
              </c:pt>
              <c:pt idx="14">
                <c:v>0.21812188000000002</c:v>
              </c:pt>
              <c:pt idx="15">
                <c:v>0.22142478</c:v>
              </c:pt>
              <c:pt idx="16">
                <c:v>0.19045725</c:v>
              </c:pt>
              <c:pt idx="17">
                <c:v>0.22155382</c:v>
              </c:pt>
              <c:pt idx="18">
                <c:v>0.1943306</c:v>
              </c:pt>
              <c:pt idx="19">
                <c:v>0.18748645</c:v>
              </c:pt>
              <c:pt idx="20">
                <c:v>0.17063793</c:v>
              </c:pt>
              <c:pt idx="21">
                <c:v>0.17592602</c:v>
              </c:pt>
              <c:pt idx="22">
                <c:v>0.17292449</c:v>
              </c:pt>
              <c:pt idx="23">
                <c:v>0.16315752</c:v>
              </c:pt>
              <c:pt idx="24">
                <c:v>0.14493457</c:v>
              </c:pt>
            </c:numLit>
          </c:val>
          <c:smooth val="0"/>
        </c:ser>
        <c:ser>
          <c:idx val="4"/>
          <c:order val="4"/>
          <c:tx>
            <c:v>Cartão de Crédito</c:v>
          </c:tx>
          <c:spPr>
            <a:ln xmlns:a="http://schemas.openxmlformats.org/drawingml/2006/main" w="21908">
              <a:solidFill>
                <a:srgbClr val="004B8D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2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004B8D"/>
                        </a:solidFill>
                      </a:rPr>
                      <a:t>0,8 tri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004B8D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25"/>
              <c:pt idx="0">
                <c:v>mar-20</c:v>
              </c:pt>
              <c:pt idx="1">
                <c:v>jun-20</c:v>
              </c:pt>
              <c:pt idx="2">
                <c:v>set-20</c:v>
              </c:pt>
              <c:pt idx="3">
                <c:v>dez-20</c:v>
              </c:pt>
              <c:pt idx="4">
                <c:v>mar-21</c:v>
              </c:pt>
              <c:pt idx="5">
                <c:v>jun-21</c:v>
              </c:pt>
              <c:pt idx="6">
                <c:v>set-21</c:v>
              </c:pt>
              <c:pt idx="7">
                <c:v>dez-21</c:v>
              </c:pt>
              <c:pt idx="8">
                <c:v>mar-22</c:v>
              </c:pt>
              <c:pt idx="9">
                <c:v>jun-22</c:v>
              </c:pt>
              <c:pt idx="10">
                <c:v>set-22</c:v>
              </c:pt>
              <c:pt idx="11">
                <c:v>dez-22</c:v>
              </c:pt>
              <c:pt idx="12">
                <c:v>mar-23</c:v>
              </c:pt>
              <c:pt idx="13">
                <c:v>jun-23</c:v>
              </c:pt>
              <c:pt idx="14">
                <c:v>set-23</c:v>
              </c:pt>
              <c:pt idx="15">
                <c:v>dez-23</c:v>
              </c:pt>
              <c:pt idx="16">
                <c:v>mar-24</c:v>
              </c:pt>
              <c:pt idx="17">
                <c:v>jun-24</c:v>
              </c:pt>
              <c:pt idx="18">
                <c:v>set-24</c:v>
              </c:pt>
              <c:pt idx="19">
                <c:v>dez-24</c:v>
              </c:pt>
              <c:pt idx="20">
                <c:v>mar-25</c:v>
              </c:pt>
              <c:pt idx="21">
                <c:v>jun-25</c:v>
              </c:pt>
              <c:pt idx="22">
                <c:v>set-25</c:v>
              </c:pt>
              <c:pt idx="23">
                <c:v>dez-25</c:v>
              </c:pt>
              <c:pt idx="24">
                <c:v>mar-26</c:v>
              </c:pt>
            </c:strLit>
          </c:cat>
          <c:val>
            <c:numLit>
              <c:formatCode>0.0</c:formatCode>
              <c:ptCount val="25"/>
              <c:pt idx="0">
                <c:v>0.27565909000000005</c:v>
              </c:pt>
              <c:pt idx="1">
                <c:v>0.22440329</c:v>
              </c:pt>
              <c:pt idx="2">
                <c:v>0.27917695000000003</c:v>
              </c:pt>
              <c:pt idx="3">
                <c:v>0.33297337</c:v>
              </c:pt>
              <c:pt idx="4">
                <c:v>0.30999959000000005</c:v>
              </c:pt>
              <c:pt idx="5">
                <c:v>0.34433959000000003</c:v>
              </c:pt>
              <c:pt idx="6">
                <c:v>0.39844024</c:v>
              </c:pt>
              <c:pt idx="7">
                <c:v>0.46703792</c:v>
              </c:pt>
              <c:pt idx="8">
                <c:v>0.45280472</c:v>
              </c:pt>
              <c:pt idx="9">
                <c:v>0.50083677</c:v>
              </c:pt>
              <c:pt idx="10">
                <c:v>0.52147932</c:v>
              </c:pt>
              <c:pt idx="11">
                <c:v>0.56027432</c:v>
              </c:pt>
              <c:pt idx="12">
                <c:v>0.53539502</c:v>
              </c:pt>
              <c:pt idx="13">
                <c:v>0.56173224</c:v>
              </c:pt>
              <c:pt idx="14">
                <c:v>0.5818820600000001</c:v>
              </c:pt>
              <c:pt idx="15">
                <c:v>0.63009774</c:v>
              </c:pt>
              <c:pt idx="16">
                <c:v>0.60763037</c:v>
              </c:pt>
              <c:pt idx="17">
                <c:v>0.6318769399999999</c:v>
              </c:pt>
              <c:pt idx="18">
                <c:v>0.6634834000000001</c:v>
              </c:pt>
              <c:pt idx="19">
                <c:v>0.7291624</c:v>
              </c:pt>
              <c:pt idx="20">
                <c:v>0.69798377</c:v>
              </c:pt>
              <c:pt idx="21">
                <c:v>0.7340275</c:v>
              </c:pt>
              <c:pt idx="22">
                <c:v>0.76531261</c:v>
              </c:pt>
              <c:pt idx="23">
                <c:v>0.8322712</c:v>
              </c:pt>
              <c:pt idx="24">
                <c:v>0.81392165</c:v>
              </c:pt>
            </c:numLit>
          </c:val>
          <c:smooth val="0"/>
        </c:ser>
        <c:ser>
          <c:idx val="5"/>
          <c:order val="5"/>
          <c:tx>
            <c:v>Cartão de Débito</c:v>
          </c:tx>
          <c:spPr>
            <a:ln xmlns:a="http://schemas.openxmlformats.org/drawingml/2006/main" w="21908">
              <a:solidFill>
                <a:srgbClr val="2F80B7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2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2F80B7"/>
                        </a:solidFill>
                      </a:rPr>
                      <a:t>0,2 tri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2F80B7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25"/>
              <c:pt idx="0">
                <c:v>mar-20</c:v>
              </c:pt>
              <c:pt idx="1">
                <c:v>jun-20</c:v>
              </c:pt>
              <c:pt idx="2">
                <c:v>set-20</c:v>
              </c:pt>
              <c:pt idx="3">
                <c:v>dez-20</c:v>
              </c:pt>
              <c:pt idx="4">
                <c:v>mar-21</c:v>
              </c:pt>
              <c:pt idx="5">
                <c:v>jun-21</c:v>
              </c:pt>
              <c:pt idx="6">
                <c:v>set-21</c:v>
              </c:pt>
              <c:pt idx="7">
                <c:v>dez-21</c:v>
              </c:pt>
              <c:pt idx="8">
                <c:v>mar-22</c:v>
              </c:pt>
              <c:pt idx="9">
                <c:v>jun-22</c:v>
              </c:pt>
              <c:pt idx="10">
                <c:v>set-22</c:v>
              </c:pt>
              <c:pt idx="11">
                <c:v>dez-22</c:v>
              </c:pt>
              <c:pt idx="12">
                <c:v>mar-23</c:v>
              </c:pt>
              <c:pt idx="13">
                <c:v>jun-23</c:v>
              </c:pt>
              <c:pt idx="14">
                <c:v>set-23</c:v>
              </c:pt>
              <c:pt idx="15">
                <c:v>dez-23</c:v>
              </c:pt>
              <c:pt idx="16">
                <c:v>mar-24</c:v>
              </c:pt>
              <c:pt idx="17">
                <c:v>jun-24</c:v>
              </c:pt>
              <c:pt idx="18">
                <c:v>set-24</c:v>
              </c:pt>
              <c:pt idx="19">
                <c:v>dez-24</c:v>
              </c:pt>
              <c:pt idx="20">
                <c:v>mar-25</c:v>
              </c:pt>
              <c:pt idx="21">
                <c:v>jun-25</c:v>
              </c:pt>
              <c:pt idx="22">
                <c:v>set-25</c:v>
              </c:pt>
              <c:pt idx="23">
                <c:v>dez-25</c:v>
              </c:pt>
              <c:pt idx="24">
                <c:v>mar-26</c:v>
              </c:pt>
            </c:strLit>
          </c:cat>
          <c:val>
            <c:numLit>
              <c:formatCode>0.0</c:formatCode>
              <c:ptCount val="25"/>
              <c:pt idx="0">
                <c:v>0.17139949</c:v>
              </c:pt>
              <c:pt idx="1">
                <c:v>0.15225189</c:v>
              </c:pt>
              <c:pt idx="2">
                <c:v>0.22877189</c:v>
              </c:pt>
              <c:pt idx="3">
                <c:v>0.25845659</c:v>
              </c:pt>
              <c:pt idx="4">
                <c:v>0.20475291</c:v>
              </c:pt>
              <c:pt idx="5">
                <c:v>0.21438105999999998</c:v>
              </c:pt>
              <c:pt idx="6">
                <c:v>0.23397003</c:v>
              </c:pt>
              <c:pt idx="7">
                <c:v>0.2574583</c:v>
              </c:pt>
              <c:pt idx="8">
                <c:v>0.23018687</c:v>
              </c:pt>
              <c:pt idx="9">
                <c:v>0.24556375</c:v>
              </c:pt>
              <c:pt idx="10">
                <c:v>0.24363289999999999</c:v>
              </c:pt>
              <c:pt idx="11">
                <c:v>0.26412428000000004</c:v>
              </c:pt>
              <c:pt idx="12">
                <c:v>0.23717906</c:v>
              </c:pt>
              <c:pt idx="13">
                <c:v>0.23817801</c:v>
              </c:pt>
              <c:pt idx="14">
                <c:v>0.24083587</c:v>
              </c:pt>
              <c:pt idx="15">
                <c:v>0.25906831</c:v>
              </c:pt>
              <c:pt idx="16">
                <c:v>0.23512207000000002</c:v>
              </c:pt>
              <c:pt idx="17">
                <c:v>0.23911432000000002</c:v>
              </c:pt>
              <c:pt idx="18">
                <c:v>0.24194801000000002</c:v>
              </c:pt>
              <c:pt idx="19">
                <c:v>0.25994783</c:v>
              </c:pt>
              <c:pt idx="20">
                <c:v>0.23360896</c:v>
              </c:pt>
              <c:pt idx="21">
                <c:v>0.23637391</c:v>
              </c:pt>
              <c:pt idx="22">
                <c:v>0.23573158</c:v>
              </c:pt>
              <c:pt idx="23">
                <c:v>0.25382031</c:v>
              </c:pt>
              <c:pt idx="24">
                <c:v>0.22763017000000002</c:v>
              </c:pt>
            </c:numLit>
          </c:val>
          <c:smooth val="0"/>
        </c:ser>
        <c:ser>
          <c:idx val="6"/>
          <c:order val="6"/>
          <c:tx>
            <c:v>Cartão Pré-pago</c:v>
          </c:tx>
          <c:spPr>
            <a:ln xmlns:a="http://schemas.openxmlformats.org/drawingml/2006/main" w="21908">
              <a:solidFill>
                <a:srgbClr val="79B8D1"/>
              </a:solidFill>
              <a:prstDash val="solid"/>
            </a:ln>
          </c:spPr>
          <c:marker>
            <c:symbol val="circle"/>
            <c:size val="5"/>
          </c:marker>
          <c:dLbls>
            <c:dLbl>
              <c:idx val="2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79B8D1"/>
                        </a:solidFill>
                      </a:rPr>
                      <a:t>0,1 tri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79B8D1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25"/>
              <c:pt idx="0">
                <c:v>mar-20</c:v>
              </c:pt>
              <c:pt idx="1">
                <c:v>jun-20</c:v>
              </c:pt>
              <c:pt idx="2">
                <c:v>set-20</c:v>
              </c:pt>
              <c:pt idx="3">
                <c:v>dez-20</c:v>
              </c:pt>
              <c:pt idx="4">
                <c:v>mar-21</c:v>
              </c:pt>
              <c:pt idx="5">
                <c:v>jun-21</c:v>
              </c:pt>
              <c:pt idx="6">
                <c:v>set-21</c:v>
              </c:pt>
              <c:pt idx="7">
                <c:v>dez-21</c:v>
              </c:pt>
              <c:pt idx="8">
                <c:v>mar-22</c:v>
              </c:pt>
              <c:pt idx="9">
                <c:v>jun-22</c:v>
              </c:pt>
              <c:pt idx="10">
                <c:v>set-22</c:v>
              </c:pt>
              <c:pt idx="11">
                <c:v>dez-22</c:v>
              </c:pt>
              <c:pt idx="12">
                <c:v>mar-23</c:v>
              </c:pt>
              <c:pt idx="13">
                <c:v>jun-23</c:v>
              </c:pt>
              <c:pt idx="14">
                <c:v>set-23</c:v>
              </c:pt>
              <c:pt idx="15">
                <c:v>dez-23</c:v>
              </c:pt>
              <c:pt idx="16">
                <c:v>mar-24</c:v>
              </c:pt>
              <c:pt idx="17">
                <c:v>jun-24</c:v>
              </c:pt>
              <c:pt idx="18">
                <c:v>set-24</c:v>
              </c:pt>
              <c:pt idx="19">
                <c:v>dez-24</c:v>
              </c:pt>
              <c:pt idx="20">
                <c:v>mar-25</c:v>
              </c:pt>
              <c:pt idx="21">
                <c:v>jun-25</c:v>
              </c:pt>
              <c:pt idx="22">
                <c:v>set-25</c:v>
              </c:pt>
              <c:pt idx="23">
                <c:v>dez-25</c:v>
              </c:pt>
              <c:pt idx="24">
                <c:v>mar-26</c:v>
              </c:pt>
            </c:strLit>
          </c:cat>
          <c:val>
            <c:numLit>
              <c:formatCode>0.0</c:formatCode>
              <c:ptCount val="25"/>
              <c:pt idx="0">
                <c:v>0.007923109999999999</c:v>
              </c:pt>
              <c:pt idx="1">
                <c:v>0.00839019</c:v>
              </c:pt>
              <c:pt idx="2">
                <c:v>0.01416375</c:v>
              </c:pt>
              <c:pt idx="3">
                <c:v>0.01935639</c:v>
              </c:pt>
              <c:pt idx="4">
                <c:v>0.019905</c:v>
              </c:pt>
              <c:pt idx="5">
                <c:v>0.02620257</c:v>
              </c:pt>
              <c:pt idx="6">
                <c:v>0.0331941</c:v>
              </c:pt>
              <c:pt idx="7">
                <c:v>0.042051559999999995</c:v>
              </c:pt>
              <c:pt idx="8">
                <c:v>0.04283026</c:v>
              </c:pt>
              <c:pt idx="9">
                <c:v>0.05027571</c:v>
              </c:pt>
              <c:pt idx="10">
                <c:v>0.055000440000000005</c:v>
              </c:pt>
              <c:pt idx="11">
                <c:v>0.06503032</c:v>
              </c:pt>
              <c:pt idx="12">
                <c:v>0.060818870000000004</c:v>
              </c:pt>
              <c:pt idx="13">
                <c:v>0.06340697</c:v>
              </c:pt>
              <c:pt idx="14">
                <c:v>0.06807155000000001</c:v>
              </c:pt>
              <c:pt idx="15">
                <c:v>0.077819</c:v>
              </c:pt>
              <c:pt idx="16">
                <c:v>0.07165173</c:v>
              </c:pt>
              <c:pt idx="17">
                <c:v>0.07612548</c:v>
              </c:pt>
              <c:pt idx="18">
                <c:v>0.07814427</c:v>
              </c:pt>
              <c:pt idx="19">
                <c:v>0.0842896</c:v>
              </c:pt>
              <c:pt idx="20">
                <c:v>0.0823265</c:v>
              </c:pt>
              <c:pt idx="21">
                <c:v>0.08416025</c:v>
              </c:pt>
              <c:pt idx="22">
                <c:v>0.08656339</c:v>
              </c:pt>
              <c:pt idx="23">
                <c:v>0.09501914</c:v>
              </c:pt>
              <c:pt idx="24">
                <c:v>0.08405337</c:v>
              </c:pt>
            </c:numLit>
          </c:val>
          <c:smooth val="0"/>
        </c:ser>
        <c:dLbls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6B6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B6B6B"/>
                    </a:solidFill>
                  </a:rPr>
                  <a:t>R$ trilhões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B6B6B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6B6B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1F1F1F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Participação</c:v>
          </c:tx>
          <c:spPr>
            <a:solidFill xmlns:a="http://schemas.openxmlformats.org/drawingml/2006/main">
              <a:srgbClr val="EC7000"/>
            </a:solidFill>
          </c:spPr>
          <c:dPt>
            <c:idx val="0"/>
            <c:spPr>
              <a:solidFill xmlns:a="http://schemas.openxmlformats.org/drawingml/2006/main">
                <a:srgbClr val="EC7000"/>
              </a:solidFill>
            </c:spPr>
          </c:dPt>
          <c:dPt>
            <c:idx val="1"/>
            <c:spPr>
              <a:solidFill xmlns:a="http://schemas.openxmlformats.org/drawingml/2006/main">
                <a:srgbClr val="6B6B6B"/>
              </a:solidFill>
            </c:spPr>
          </c:dPt>
          <c:dPt>
            <c:idx val="2"/>
            <c:spPr>
              <a:solidFill xmlns:a="http://schemas.openxmlformats.org/drawingml/2006/main">
                <a:srgbClr val="000000"/>
              </a:solidFill>
            </c:spPr>
          </c:dPt>
          <c:dPt>
            <c:idx val="3"/>
            <c:spPr>
              <a:solidFill xmlns:a="http://schemas.openxmlformats.org/drawingml/2006/main">
                <a:srgbClr val="A6A6A6"/>
              </a:solidFill>
            </c:spPr>
          </c:dPt>
          <c:dPt>
            <c:idx val="4"/>
            <c:spPr>
              <a:solidFill xmlns:a="http://schemas.openxmlformats.org/drawingml/2006/main">
                <a:srgbClr val="7A4D9E"/>
              </a:solidFill>
            </c:spPr>
          </c:dPt>
          <c:dPt>
            <c:idx val="5"/>
            <c:spPr>
              <a:solidFill xmlns:a="http://schemas.openxmlformats.org/drawingml/2006/main">
                <a:srgbClr val="FDB913"/>
              </a:solidFill>
            </c:spPr>
          </c:dPt>
          <c:dLbls/>
          <c:cat>
            <c:strLit>
              <c:ptCount val="6"/>
              <c:pt idx="0">
                <c:v>Pix</c:v>
              </c:pt>
              <c:pt idx="1">
                <c:v>Boleto</c:v>
              </c:pt>
              <c:pt idx="2">
                <c:v>TED</c:v>
              </c:pt>
              <c:pt idx="3">
                <c:v>Cheque</c:v>
              </c:pt>
              <c:pt idx="4">
                <c:v>DOC</c:v>
              </c:pt>
              <c:pt idx="5">
                <c:v>TEC</c:v>
              </c:pt>
            </c:strLit>
          </c:cat>
          <c:val>
            <c:numLit>
              <c:formatCode>0%</c:formatCode>
              <c:ptCount val="6"/>
              <c:pt idx="0">
                <c:v>0.9522703061892973</c:v>
              </c:pt>
              <c:pt idx="1">
                <c:v>0.039020551671564825</c:v>
              </c:pt>
              <c:pt idx="2">
                <c:v>0.007945484184853347</c:v>
              </c:pt>
              <c:pt idx="3">
                <c:v>0.0007636579542844695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F1F1F"/>
                  </a:solidFill>
                </a:defRPr>
              </a:pPr>
            </a:p>
          </c:txPr>
          <c:dLblPos val="outEnd"/>
          <c:showVal val="1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6B6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F1F1F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Participação</c:v>
          </c:tx>
          <c:spPr>
            <a:solidFill xmlns:a="http://schemas.openxmlformats.org/drawingml/2006/main">
              <a:srgbClr val="EC7000"/>
            </a:solidFill>
          </c:spPr>
          <c:dPt>
            <c:idx val="0"/>
            <c:spPr>
              <a:solidFill xmlns:a="http://schemas.openxmlformats.org/drawingml/2006/main">
                <a:srgbClr val="000000"/>
              </a:solidFill>
            </c:spPr>
          </c:dPt>
          <c:dPt>
            <c:idx val="1"/>
            <c:spPr>
              <a:solidFill xmlns:a="http://schemas.openxmlformats.org/drawingml/2006/main">
                <a:srgbClr val="EC7000"/>
              </a:solidFill>
            </c:spPr>
          </c:dPt>
          <c:dPt>
            <c:idx val="2"/>
            <c:spPr>
              <a:solidFill xmlns:a="http://schemas.openxmlformats.org/drawingml/2006/main">
                <a:srgbClr val="6B6B6B"/>
              </a:solidFill>
            </c:spPr>
          </c:dPt>
          <c:dPt>
            <c:idx val="3"/>
            <c:spPr>
              <a:solidFill xmlns:a="http://schemas.openxmlformats.org/drawingml/2006/main">
                <a:srgbClr val="A6A6A6"/>
              </a:solidFill>
            </c:spPr>
          </c:dPt>
          <c:dPt>
            <c:idx val="4"/>
            <c:spPr>
              <a:solidFill xmlns:a="http://schemas.openxmlformats.org/drawingml/2006/main">
                <a:srgbClr val="7A4D9E"/>
              </a:solidFill>
            </c:spPr>
          </c:dPt>
          <c:dPt>
            <c:idx val="5"/>
            <c:spPr>
              <a:solidFill xmlns:a="http://schemas.openxmlformats.org/drawingml/2006/main">
                <a:srgbClr val="FDB913"/>
              </a:solidFill>
            </c:spPr>
          </c:dPt>
          <c:dLbls/>
          <c:cat>
            <c:strLit>
              <c:ptCount val="6"/>
              <c:pt idx="0">
                <c:v>TED</c:v>
              </c:pt>
              <c:pt idx="1">
                <c:v>Pix</c:v>
              </c:pt>
              <c:pt idx="2">
                <c:v>Boleto</c:v>
              </c:pt>
              <c:pt idx="3">
                <c:v>Cheque</c:v>
              </c:pt>
              <c:pt idx="4">
                <c:v>DOC</c:v>
              </c:pt>
              <c:pt idx="5">
                <c:v>TEC</c:v>
              </c:pt>
            </c:strLit>
          </c:cat>
          <c:val>
            <c:numLit>
              <c:formatCode>0%</c:formatCode>
              <c:ptCount val="6"/>
              <c:pt idx="0">
                <c:v>0.48603097621883334</c:v>
              </c:pt>
              <c:pt idx="1">
                <c:v>0.44158875009724147</c:v>
              </c:pt>
              <c:pt idx="2">
                <c:v>0.06869876381692808</c:v>
              </c:pt>
              <c:pt idx="3">
                <c:v>0.0036815098669970418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F1F1F"/>
                  </a:solidFill>
                </a:defRPr>
              </a:pPr>
            </a:p>
          </c:txPr>
          <c:dLblPos val="outEnd"/>
          <c:showVal val="1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6B6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F1F1F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Participação</c:v>
          </c:tx>
          <c:spPr>
            <a:solidFill xmlns:a="http://schemas.openxmlformats.org/drawingml/2006/main">
              <a:srgbClr val="EC7000"/>
            </a:solidFill>
          </c:spPr>
          <c:dPt>
            <c:idx val="0"/>
            <c:spPr>
              <a:solidFill xmlns:a="http://schemas.openxmlformats.org/drawingml/2006/main">
                <a:srgbClr val="000000"/>
              </a:solidFill>
            </c:spPr>
          </c:dPt>
          <c:dPt>
            <c:idx val="1"/>
            <c:spPr>
              <a:solidFill xmlns:a="http://schemas.openxmlformats.org/drawingml/2006/main">
                <a:srgbClr val="EC7000"/>
              </a:solidFill>
            </c:spPr>
          </c:dPt>
          <c:dPt>
            <c:idx val="2"/>
            <c:spPr>
              <a:solidFill xmlns:a="http://schemas.openxmlformats.org/drawingml/2006/main">
                <a:srgbClr val="6B6B6B"/>
              </a:solidFill>
            </c:spPr>
          </c:dPt>
          <c:dPt>
            <c:idx val="3"/>
            <c:spPr>
              <a:solidFill xmlns:a="http://schemas.openxmlformats.org/drawingml/2006/main">
                <a:srgbClr val="004B8D"/>
              </a:solidFill>
            </c:spPr>
          </c:dPt>
          <c:dPt>
            <c:idx val="4"/>
            <c:spPr>
              <a:solidFill xmlns:a="http://schemas.openxmlformats.org/drawingml/2006/main">
                <a:srgbClr val="2F80B7"/>
              </a:solidFill>
            </c:spPr>
          </c:dPt>
          <c:dPt>
            <c:idx val="5"/>
            <c:spPr>
              <a:solidFill xmlns:a="http://schemas.openxmlformats.org/drawingml/2006/main">
                <a:srgbClr val="A6A6A6"/>
              </a:solidFill>
            </c:spPr>
          </c:dPt>
          <c:dPt>
            <c:idx val="6"/>
            <c:spPr>
              <a:solidFill xmlns:a="http://schemas.openxmlformats.org/drawingml/2006/main">
                <a:srgbClr val="79B8D1"/>
              </a:solidFill>
            </c:spPr>
          </c:dPt>
          <c:dLbls/>
          <c:cat>
            <c:strLit>
              <c:ptCount val="7"/>
              <c:pt idx="0">
                <c:v>TED</c:v>
              </c:pt>
              <c:pt idx="1">
                <c:v>Pix</c:v>
              </c:pt>
              <c:pt idx="2">
                <c:v>Boleto</c:v>
              </c:pt>
              <c:pt idx="3">
                <c:v>Cartão de Crédito</c:v>
              </c:pt>
              <c:pt idx="4">
                <c:v>Cartão de Débito</c:v>
              </c:pt>
              <c:pt idx="5">
                <c:v>Cheque</c:v>
              </c:pt>
              <c:pt idx="6">
                <c:v>Cartão Pré-pago</c:v>
              </c:pt>
            </c:strLit>
          </c:cat>
          <c:val>
            <c:numLit>
              <c:formatCode>0%</c:formatCode>
              <c:ptCount val="7"/>
              <c:pt idx="0">
                <c:v>0.4590558649126315</c:v>
              </c:pt>
              <c:pt idx="1">
                <c:v>0.39172443712170235</c:v>
              </c:pt>
              <c:pt idx="2">
                <c:v>0.0979225717354749</c:v>
              </c:pt>
              <c:pt idx="3">
                <c:v>0.03286149944771157</c:v>
              </c:pt>
              <c:pt idx="4">
                <c:v>0.009190403899119149</c:v>
              </c:pt>
              <c:pt idx="5">
                <c:v>0.0058516287065337475</c:v>
              </c:pt>
              <c:pt idx="6">
                <c:v>0.003393594176826843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F1F1F"/>
                  </a:solidFill>
                </a:defRPr>
              </a:pPr>
            </a:p>
          </c:txPr>
          <c:dLblPos val="outEnd"/>
          <c:showVal val="1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6B6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F1F1F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0B398D-2741-469A-BE41-73AD091E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0">
            <a:solidFill>
              <a:srgbClr val="1F1F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CE85C-A6A8-43B3-BAE8-16105A54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EC7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8D472-CD34-4C54-8EA2-1C067D65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287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1F"/>
                </a:solidFill>
              </a:defRPr>
            </a:pPr>
            <a:r>
              <a:rPr sz="3150" b="1">
                <a:solidFill>
                  <a:srgbClr val="1F1F1F"/>
                </a:solidFill>
              </a:rPr>
              <a:t>Dados de Meios de Pagamento - BCB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FB2BB-9DA4-4478-9CF1-DB04BB16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B6B"/>
                </a:solidFill>
              </a:defRPr>
            </a:pPr>
            <a:r>
              <a:rPr sz="1500" b="0">
                <a:solidFill>
                  <a:srgbClr val="6B6B6B"/>
                </a:solidFill>
              </a:rPr>
              <a:t>Pix, TED, TEC, Cheque, Boleto, DOC e cartões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452E3-9D35-4FE7-ADB6-3B6084F6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Dashboard revisado para análise de crédito em meios de pagamento no Brasil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1E8DC-EB79-408F-8D56-DCFC1E88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29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B6B"/>
                </a:solidFill>
              </a:defRPr>
            </a:pPr>
            <a:r>
              <a:rPr sz="975" b="0">
                <a:solidFill>
                  <a:srgbClr val="6B6B6B"/>
                </a:solidFill>
              </a:rPr>
              <a:t>Dados até mai/2026 no mensal e mar-26 no trimestral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F75CF-E311-4F37-B5B2-C1F16A19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EC7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80671-7405-4271-8B88-87A25994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191250"/>
            <a:ext cx="847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Fonte primária: Banco Central do Brasil, Estatísticas de Meios de Pagamentos, serviço OData MPV_DadosAbertos.</a:t>
            </a:r>
          </a:p>
        </p:txBody>
      </p:sp>
    </p:spTree>
    <p:extLst>
      <p:ext uri="{BB962C8B-B14F-4D97-AF65-F5344CB8AC3E}">
        <p14:creationId xmlns:p14="http://schemas.microsoft.com/office/powerpoint/2010/main" val="1575076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E1D764-021E-4C93-8605-B88A31D2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LEITURA EXECUTIVA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CEEBA-19E2-41D9-803F-CED42AF6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1F1F"/>
                </a:solidFill>
              </a:defRPr>
            </a:pPr>
            <a:r>
              <a:rPr sz="2250" b="1">
                <a:solidFill>
                  <a:srgbClr val="1F1F1F"/>
                </a:solidFill>
              </a:rPr>
              <a:t>A leitura precisa separar frequência de valor e preservar a periodicidade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8231B-4566-44FE-8810-D82A2A6C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EC7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36643-36FF-4920-9AF7-75387BD3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EC7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D73F6-8BA2-4E31-8E13-BE8AD757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1F1F"/>
                </a:solidFill>
              </a:defRPr>
            </a:pPr>
            <a:r>
              <a:rPr sz="2100" b="1">
                <a:solidFill>
                  <a:srgbClr val="1F1F1F"/>
                </a:solidFill>
              </a:rPr>
              <a:t>95,2%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84C0D-0948-4438-A896-2802E487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C7000"/>
                </a:solidFill>
              </a:defRPr>
            </a:pPr>
            <a:r>
              <a:rPr sz="1050" b="1">
                <a:solidFill>
                  <a:srgbClr val="EC7000"/>
                </a:solidFill>
              </a:rPr>
              <a:t>Pix em quantidade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FCAC0-705C-46BF-B18E-535BC41B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B6B"/>
                </a:solidFill>
              </a:defRPr>
            </a:pPr>
            <a:r>
              <a:rPr sz="900" b="0">
                <a:solidFill>
                  <a:srgbClr val="6B6B6B"/>
                </a:solidFill>
              </a:rPr>
              <a:t>participação no mensal de mai/2026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B509F-758B-40DD-A9B5-CE4EEC83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4287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0">
            <a:solidFill>
              <a:srgbClr val="1F1F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B4F74-C3F0-4C90-B598-1C3E734B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811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1F1F"/>
                </a:solidFill>
              </a:defRPr>
            </a:pPr>
            <a:r>
              <a:rPr sz="2100" b="1">
                <a:solidFill>
                  <a:srgbClr val="1F1F1F"/>
                </a:solidFill>
              </a:rPr>
              <a:t>48,6%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AE5A2-4D34-4A21-994A-5F6E802B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1F1F"/>
                </a:solidFill>
              </a:defRPr>
            </a:pPr>
            <a:r>
              <a:rPr sz="1050" b="1">
                <a:solidFill>
                  <a:srgbClr val="1F1F1F"/>
                </a:solidFill>
              </a:rPr>
              <a:t>TED em valor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77F78-9FF2-47BA-9C2A-A532B502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669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B6B"/>
                </a:solidFill>
              </a:defRPr>
            </a:pPr>
            <a:r>
              <a:rPr sz="900" b="0">
                <a:solidFill>
                  <a:srgbClr val="6B6B6B"/>
                </a:solidFill>
              </a:rPr>
              <a:t>participação no valor mensal de mai/2026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9E163-6BCC-4535-85D6-EB5C143C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EC7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86617-A773-4D04-960C-A715B241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1F1F"/>
                </a:solidFill>
              </a:defRPr>
            </a:pPr>
            <a:r>
              <a:rPr sz="2100" b="1">
                <a:solidFill>
                  <a:srgbClr val="1F1F1F"/>
                </a:solidFill>
              </a:rPr>
              <a:t>44,2%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557D9F-3508-4F73-9C1B-753ED162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C7000"/>
                </a:solidFill>
              </a:defRPr>
            </a:pPr>
            <a:r>
              <a:rPr sz="1050" b="1">
                <a:solidFill>
                  <a:srgbClr val="EC7000"/>
                </a:solidFill>
              </a:rPr>
              <a:t>Pix em valor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A8E732-F491-4DE1-8671-26678D28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B6B"/>
                </a:solidFill>
              </a:defRPr>
            </a:pPr>
            <a:r>
              <a:rPr sz="900" b="0">
                <a:solidFill>
                  <a:srgbClr val="6B6B6B"/>
                </a:solidFill>
              </a:rPr>
              <a:t>ganha escala, mas não elimina a relevância de TED em ticket médio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B839B-7EA9-4A62-BADF-C6FB45E1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287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8D"/>
          </a:solidFill>
          <a:ln xmlns:a="http://schemas.openxmlformats.org/drawingml/2006/main" w="0">
            <a:solidFill>
              <a:srgbClr val="004B8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E0D03-877B-4672-9CDD-FCE56F89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811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1F1F"/>
                </a:solidFill>
              </a:defRPr>
            </a:pPr>
            <a:r>
              <a:rPr sz="2100" b="1">
                <a:solidFill>
                  <a:srgbClr val="1F1F1F"/>
                </a:solidFill>
              </a:rPr>
              <a:t>R$ 1,1 tri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C803B8-C0D2-4090-BD18-0ED10EFD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00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B8D"/>
                </a:solidFill>
              </a:defRPr>
            </a:pPr>
            <a:r>
              <a:rPr sz="1050" b="1">
                <a:solidFill>
                  <a:srgbClr val="004B8D"/>
                </a:solidFill>
              </a:rPr>
              <a:t>Cartões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23605-90F8-4531-9928-0540EE40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669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B6B"/>
                </a:solidFill>
              </a:defRPr>
            </a:pPr>
            <a:r>
              <a:rPr sz="900" b="0">
                <a:solidFill>
                  <a:srgbClr val="6B6B6B"/>
                </a:solidFill>
              </a:rPr>
              <a:t>valor trimestral agregado em mar-26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D1B59-F326-4C3B-911C-B5823A4D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Problema analítico identificado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BBF043-1C2A-4E1D-B1E4-FC10A378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• Pix comprime a escala histórica de meios legados quando todo o período é exibido sem filtro.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• Séries mensais e trimestrais não devem ser agregadas no mesmo eixo.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• Participação percentual sem rótulo final obriga o analista a estimar a leitura visual.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D6823A-80B7-4DE9-8EA9-E2AC2F7A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Correção aplicada no dashboard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1DC76A-75AC-4FC1-8A3E-2AC39448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• Controles de período inicial e final para cada periodicidade.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• Rótulos no último ponto, na cor da série, para valores e participações.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• Eixo mensal em mm-aaaa e trimestral como mês de fechamento, no padrão mar-25.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• Paleta executiva com laranja, preto, cinzas, azuis, amarelo e roxo.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11B943-A05D-44F9-9AE6-9D8E0E34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Fonte: Banco Central do Brasil, MPV_DadosAbertos | Elaboração: Toma Conta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9BDC90-C6BB-4BD1-A819-97C8DD36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19143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FA4825-4ED1-4224-9856-E8392497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MENSAL | QUANTIDADE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3281B-82B0-4C8F-83A3-F2BCBEB1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1F1F"/>
                </a:solidFill>
              </a:defRPr>
            </a:pPr>
            <a:r>
              <a:rPr sz="2250" b="1">
                <a:solidFill>
                  <a:srgbClr val="1F1F1F"/>
                </a:solidFill>
              </a:rPr>
              <a:t>Na frequência, Pix virou o eixo dominante da comparação mensal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3C98D-843A-4DF1-A4FC-03AD6534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EC7000"/>
            </a:solidFill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78105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8f63e71af64a8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A73BB-FF93-4C22-8F28-9F97A9A7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62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1F1F"/>
                </a:solidFill>
              </a:defRPr>
            </a:pPr>
            <a:r>
              <a:rPr sz="1350" b="1">
                <a:solidFill>
                  <a:srgbClr val="1F1F1F"/>
                </a:solidFill>
              </a:rPr>
              <a:t>Como 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C32CD-DDE5-466C-8BAF-F43E4CF1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43100"/>
            <a:ext cx="238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1F1F"/>
                </a:solidFill>
              </a:defRPr>
            </a:pPr>
            <a:r>
              <a:rPr sz="1125" b="0">
                <a:solidFill>
                  <a:srgbClr val="1F1F1F"/>
                </a:solidFill>
              </a:rPr>
              <a:t>• A escala precisa começar perto do lançamento do Pix quando a pergunta é dinâmica competitiva recente.</a:t>
            </a:r>
          </a:p>
          <a:p xmlns:a="http://schemas.openxmlformats.org/drawingml/2006/main">
            <a:pPr algn="l">
              <a:defRPr sz="1125" b="0">
                <a:solidFill>
                  <a:srgbClr val="1F1F1F"/>
                </a:solidFill>
              </a:defRPr>
            </a:pPr>
            <a:r>
              <a:rPr sz="1125" b="0">
                <a:solidFill>
                  <a:srgbClr val="1F1F1F"/>
                </a:solidFill>
              </a:rPr>
              <a:t>• DOC e TEC aparecem zerados no histórico recente; mantê-los evita apagar a descontinuidade operacional.</a:t>
            </a:r>
          </a:p>
          <a:p xmlns:a="http://schemas.openxmlformats.org/drawingml/2006/main">
            <a:pPr algn="l">
              <a:defRPr sz="1125" b="0">
                <a:solidFill>
                  <a:srgbClr val="1F1F1F"/>
                </a:solidFill>
              </a:defRPr>
            </a:pPr>
            <a:r>
              <a:rPr sz="1125" b="0">
                <a:solidFill>
                  <a:srgbClr val="1F1F1F"/>
                </a:solidFill>
              </a:rPr>
              <a:t>• Boletos continuam relevantes em frequência, mas perderam centralidade relativa.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7517C-66A6-4D8E-A8F4-0426A262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86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1F1F"/>
                </a:solidFill>
              </a:defRPr>
            </a:pPr>
            <a:r>
              <a:rPr sz="1050" b="1">
                <a:solidFill>
                  <a:srgbClr val="1F1F1F"/>
                </a:solidFill>
              </a:rPr>
              <a:t>Último ponto | mai/2026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BD946-2E15-409B-AED7-50CE7CD6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72000"/>
            <a:ext cx="2333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Pix: 7,9 bi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582CF-5864-4E4E-BB50-3264F7DC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2333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</a:defRPr>
            </a:pPr>
            <a:r>
              <a:rPr sz="900" b="1">
                <a:solidFill>
                  <a:srgbClr val="000000"/>
                </a:solidFill>
              </a:rPr>
              <a:t>TED: 0,1 bi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ECFDC-98F8-4EF4-B69B-680D2998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0"/>
            <a:ext cx="2333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B6B"/>
                </a:solidFill>
              </a:defRPr>
            </a:pPr>
            <a:r>
              <a:rPr sz="900" b="0">
                <a:solidFill>
                  <a:srgbClr val="6B6B6B"/>
                </a:solidFill>
              </a:rPr>
              <a:t>Boleto: 0,3 bi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2F171-682C-4C62-9457-DA953985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43500"/>
            <a:ext cx="2333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A6A6"/>
                </a:solidFill>
              </a:defRPr>
            </a:pPr>
            <a:r>
              <a:rPr sz="900" b="0">
                <a:solidFill>
                  <a:srgbClr val="A6A6A6"/>
                </a:solidFill>
              </a:rPr>
              <a:t>Cheque: 0,0 bi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FC199-137D-466C-989B-8A39B299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34000"/>
            <a:ext cx="2333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DB913"/>
                </a:solidFill>
              </a:defRPr>
            </a:pPr>
            <a:r>
              <a:rPr sz="900" b="0">
                <a:solidFill>
                  <a:srgbClr val="FDB913"/>
                </a:solidFill>
              </a:rPr>
              <a:t>TEC: 0,0 bi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A4B9D-8EEE-4FE5-B9C2-C228BF83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24500"/>
            <a:ext cx="2333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4D9E"/>
                </a:solidFill>
              </a:defRPr>
            </a:pPr>
            <a:r>
              <a:rPr sz="900" b="0">
                <a:solidFill>
                  <a:srgbClr val="7A4D9E"/>
                </a:solidFill>
              </a:rPr>
              <a:t>DOC: 0,0 bi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0EE58-880A-402F-A3DC-1D7A9271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Fonte: Banco Central do Brasil, MPV_DadosAbertos | Elaboração: Toma Conta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097C23-B874-4270-B67E-658EDFC2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949353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E91B74-CCF0-4375-A0B9-8D382846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MENSAL | VALOR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4FBDF-706E-4EF7-9ED2-C43BC4EB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1F1F"/>
                </a:solidFill>
              </a:defRPr>
            </a:pPr>
            <a:r>
              <a:rPr sz="2250" b="1">
                <a:solidFill>
                  <a:srgbClr val="1F1F1F"/>
                </a:solidFill>
              </a:rPr>
              <a:t>Em valor, TED ainda explica parte relevante do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63341-5870-4342-85DA-529AD07B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EC7000"/>
            </a:solidFill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78105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6c602cf28e489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12344-FD0F-4A3A-8288-B5C6B398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62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1F1F"/>
                </a:solidFill>
              </a:defRPr>
            </a:pPr>
            <a:r>
              <a:rPr sz="1350" b="1">
                <a:solidFill>
                  <a:srgbClr val="1F1F1F"/>
                </a:solidFill>
              </a:rPr>
              <a:t>Implicação de crédito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7A72E-EF78-4572-BB4D-12539B17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43100"/>
            <a:ext cx="247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1F1F"/>
                </a:solidFill>
              </a:defRPr>
            </a:pPr>
            <a:r>
              <a:rPr sz="1125" b="0">
                <a:solidFill>
                  <a:srgbClr val="1F1F1F"/>
                </a:solidFill>
              </a:rPr>
              <a:t>• Quantidade mede adoção e habitualidade; valor mede ticket, liquidação e concentração de fluxo.</a:t>
            </a:r>
          </a:p>
          <a:p xmlns:a="http://schemas.openxmlformats.org/drawingml/2006/main">
            <a:pPr algn="l">
              <a:defRPr sz="1125" b="0">
                <a:solidFill>
                  <a:srgbClr val="1F1F1F"/>
                </a:solidFill>
              </a:defRPr>
            </a:pPr>
            <a:r>
              <a:rPr sz="1125" b="0">
                <a:solidFill>
                  <a:srgbClr val="1F1F1F"/>
                </a:solidFill>
              </a:rPr>
              <a:t>• A leitura de risco operacional e funding de IPs não deve extrapolar volume de transações para valor financeiro sem checar ticket médio.</a:t>
            </a:r>
          </a:p>
          <a:p xmlns:a="http://schemas.openxmlformats.org/drawingml/2006/main">
            <a:pPr algn="l">
              <a:defRPr sz="1125" b="0">
                <a:solidFill>
                  <a:srgbClr val="1F1F1F"/>
                </a:solidFill>
              </a:defRPr>
            </a:pPr>
            <a:r>
              <a:rPr sz="1125" b="0">
                <a:solidFill>
                  <a:srgbClr val="1F1F1F"/>
                </a:solidFill>
              </a:rPr>
              <a:t>• O filtro de período permite comparar o regime pré e pós-Pix sem distorcer os meios legados.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59394-4E23-4068-A066-62C2B257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1F1F"/>
                </a:solidFill>
              </a:defRPr>
            </a:pPr>
            <a:r>
              <a:rPr sz="1050" b="1">
                <a:solidFill>
                  <a:srgbClr val="1F1F1F"/>
                </a:solidFill>
              </a:rPr>
              <a:t>Último ponto | mai/2026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B2956-8B35-4C9C-AB76-D1A45C1F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81550"/>
            <a:ext cx="2333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Pix: 3,5 tri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17CB0-0031-4261-BB3A-02FDB8DA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72050"/>
            <a:ext cx="2333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</a:defRPr>
            </a:pPr>
            <a:r>
              <a:rPr sz="900" b="1">
                <a:solidFill>
                  <a:srgbClr val="000000"/>
                </a:solidFill>
              </a:rPr>
              <a:t>TED: 3,8 tri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9BA44-32BB-4B5C-8F3C-69529D79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62550"/>
            <a:ext cx="2333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B6B"/>
                </a:solidFill>
              </a:defRPr>
            </a:pPr>
            <a:r>
              <a:rPr sz="900" b="0">
                <a:solidFill>
                  <a:srgbClr val="6B6B6B"/>
                </a:solidFill>
              </a:rPr>
              <a:t>Boleto: 0,5 tri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3C840-04CB-47A1-A8E3-A161CDE7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53050"/>
            <a:ext cx="2333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A6A6"/>
                </a:solidFill>
              </a:defRPr>
            </a:pPr>
            <a:r>
              <a:rPr sz="900" b="0">
                <a:solidFill>
                  <a:srgbClr val="A6A6A6"/>
                </a:solidFill>
              </a:rPr>
              <a:t>Cheque: 0,0 tri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6E6EC-27CB-4E36-B785-9A9E75C3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43550"/>
            <a:ext cx="2333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DB913"/>
                </a:solidFill>
              </a:defRPr>
            </a:pPr>
            <a:r>
              <a:rPr sz="900" b="0">
                <a:solidFill>
                  <a:srgbClr val="FDB913"/>
                </a:solidFill>
              </a:rPr>
              <a:t>TEC: 0,0 tri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3BC55-580C-4B6B-B201-8C210B05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333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4D9E"/>
                </a:solidFill>
              </a:defRPr>
            </a:pPr>
            <a:r>
              <a:rPr sz="900" b="0">
                <a:solidFill>
                  <a:srgbClr val="7A4D9E"/>
                </a:solidFill>
              </a:rPr>
              <a:t>DOC: 0,0 tri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AF59A-A0EA-438B-A23C-8D646819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Fonte: Banco Central do Brasil, MPV_DadosAbertos | Elaboração: Toma Conta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FB73E-76C5-4B12-A3F4-52FC1BE9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515452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B3A12C-C823-4C01-95BA-830241B4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TRIMESTRAL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70314-388D-4EE1-A4F9-4677E49D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1F1F"/>
                </a:solidFill>
              </a:defRPr>
            </a:pPr>
            <a:r>
              <a:rPr sz="2250" b="1">
                <a:solidFill>
                  <a:srgbClr val="1F1F1F"/>
                </a:solidFill>
              </a:rPr>
              <a:t>No trimestral, cartões entram no núcleo da leitura sem misturar bases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720BF-A5F8-4394-98B1-BECF69C6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EC7000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47700" y="1390650"/>
          <a:ext xmlns:a="http://schemas.openxmlformats.org/drawingml/2006/main" cx="5143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3be00ac7024088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400800" y="1390650"/>
          <a:ext xmlns:a="http://schemas.openxmlformats.org/drawingml/2006/main" cx="5143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c5042b6f79482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CCB55-A1F5-45F7-87BA-A0F73536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6B6B"/>
                </a:solidFill>
              </a:defRPr>
            </a:pPr>
            <a:r>
              <a:rPr sz="1050" b="1">
                <a:solidFill>
                  <a:srgbClr val="6B6B6B"/>
                </a:solidFill>
              </a:rPr>
              <a:t>Quantidade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C455C-841B-4BCC-9274-5CC6DB6F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143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6B6B"/>
                </a:solidFill>
              </a:defRPr>
            </a:pPr>
            <a:r>
              <a:rPr sz="1050" b="1">
                <a:solidFill>
                  <a:srgbClr val="6B6B6B"/>
                </a:solidFill>
              </a:rPr>
              <a:t>Valor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50CA7-BACE-4DBD-9440-58EB091A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B6B"/>
                </a:solidFill>
              </a:defRPr>
            </a:pPr>
            <a:r>
              <a:rPr sz="900" b="0">
                <a:solidFill>
                  <a:srgbClr val="6B6B6B"/>
                </a:solidFill>
              </a:rPr>
              <a:t>Último: Pix 21 bi | Crédito 6,1 bi | Débito 4,0 bi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B1AB4-004F-4457-92F1-E4A0CD6B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19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B6B"/>
                </a:solidFill>
              </a:defRPr>
            </a:pPr>
            <a:r>
              <a:rPr sz="900" b="0">
                <a:solidFill>
                  <a:srgbClr val="6B6B6B"/>
                </a:solidFill>
              </a:rPr>
              <a:t>Último: TED 11 tri | Pix 9,7 tri | Boleto 2,4 tri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F23F8-CCFC-42DE-A1F8-5C06E04F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Fonte: Banco Central do Brasil, MPV_DadosAbertos | Elaboração: Toma Conta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7B4BE-4415-42C2-8030-DB197BE4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60031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908A02-ECAA-49C2-8A99-7B46A0FD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PARTICIPAÇÃO PERCENTUAL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1A0B2-0068-4DB9-A924-CF6F0B08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1F1F"/>
                </a:solidFill>
              </a:defRPr>
            </a:pPr>
            <a:r>
              <a:rPr sz="2250" b="1">
                <a:solidFill>
                  <a:srgbClr val="1F1F1F"/>
                </a:solidFill>
              </a:rPr>
              <a:t>O último ponto precisa explicitar participação, não só tendência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81FE4-76F5-4275-AEC5-8BEEFE12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EC7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CC2A2-788E-4CB7-940C-2BA5F334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1F1F"/>
                </a:solidFill>
              </a:defRPr>
            </a:pPr>
            <a:r>
              <a:rPr sz="1125" b="1">
                <a:solidFill>
                  <a:srgbClr val="1F1F1F"/>
                </a:solidFill>
              </a:rPr>
              <a:t>Mensal quantidade | mai/2026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23900" y="1619250"/>
          <a:ext xmlns:a="http://schemas.openxmlformats.org/drawingml/2006/main" cx="4762500" cy="1676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c44b8b52b2408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6749B-6E36-4B5F-B559-8AA5F1E7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1F1F"/>
                </a:solidFill>
              </a:defRPr>
            </a:pPr>
            <a:r>
              <a:rPr sz="1125" b="1">
                <a:solidFill>
                  <a:srgbClr val="1F1F1F"/>
                </a:solidFill>
              </a:rPr>
              <a:t>Mensal valor | mai/2026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23900" y="4267200"/>
          <a:ext xmlns:a="http://schemas.openxmlformats.org/drawingml/2006/main" cx="4762500" cy="1676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dcc35c5997457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25F9C-7452-40C0-BC54-2BF85361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1F1F"/>
                </a:solidFill>
              </a:defRPr>
            </a:pPr>
            <a:r>
              <a:rPr sz="1125" b="1">
                <a:solidFill>
                  <a:srgbClr val="1F1F1F"/>
                </a:solidFill>
              </a:rPr>
              <a:t>Trimestral valor | mar-26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534150" y="2400300"/>
          <a:ext xmlns:a="http://schemas.openxmlformats.org/drawingml/2006/main" cx="4762500" cy="2343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085be53db4403d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E1219-A069-4051-B37E-01FB68C8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292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1F1F"/>
                </a:solidFill>
              </a:defRPr>
            </a:pPr>
            <a:r>
              <a:rPr sz="1125" b="0">
                <a:solidFill>
                  <a:srgbClr val="1F1F1F"/>
                </a:solidFill>
              </a:rPr>
              <a:t>A participação final funciona como legenda analítica: mostra o espaço ocupado no último dado oficial e reduz ambiguidade visual.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2EDA9-7170-4DD2-8441-A39353E9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Fonte: Banco Central do Brasil, MPV_DadosAbertos | Elaboração: Toma Conta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97EA1-272F-4F1A-A5E7-86E5FE98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13364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12352B-B8A8-4558-9968-BE88A12C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</a:defRPr>
            </a:pPr>
            <a:r>
              <a:rPr sz="900" b="1">
                <a:solidFill>
                  <a:srgbClr val="EC7000"/>
                </a:solidFill>
              </a:rPr>
              <a:t>PLANO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A29C7-6F6C-4008-9B28-2696537A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1F1F"/>
                </a:solidFill>
              </a:defRPr>
            </a:pPr>
            <a:r>
              <a:rPr sz="2250" b="1">
                <a:solidFill>
                  <a:srgbClr val="1F1F1F"/>
                </a:solidFill>
              </a:rPr>
              <a:t>Plano de melhoria prioriza legibilidade sem perder rastreabilidade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F3DEC-0DFE-4EBD-A81D-7282B290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EC7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48AB4-494C-4B9D-BA0B-90A7FCFE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1F"/>
                </a:solidFill>
              </a:defRPr>
            </a:pPr>
            <a:r>
              <a:rPr sz="1650" b="1">
                <a:solidFill>
                  <a:srgbClr val="1F1F1F"/>
                </a:solidFill>
              </a:rPr>
              <a:t>Implementado agora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138A5-F820-495E-B85C-A74F1E36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1F1F"/>
                </a:solidFill>
              </a:defRPr>
            </a:pPr>
            <a:r>
              <a:rPr sz="1275" b="0">
                <a:solidFill>
                  <a:srgbClr val="1F1F1F"/>
                </a:solidFill>
              </a:rPr>
              <a:t>• Nova aba Meios de Pagamento BCB no Streamlit.</a:t>
            </a:r>
          </a:p>
          <a:p xmlns:a="http://schemas.openxmlformats.org/drawingml/2006/main">
            <a:pPr algn="l">
              <a:defRPr sz="1275" b="0">
                <a:solidFill>
                  <a:srgbClr val="1F1F1F"/>
                </a:solidFill>
              </a:defRPr>
            </a:pPr>
            <a:r>
              <a:rPr sz="1275" b="0">
                <a:solidFill>
                  <a:srgbClr val="1F1F1F"/>
                </a:solidFill>
              </a:rPr>
              <a:t>• Filtros de início e fim independentes para mensal e trimestral.</a:t>
            </a:r>
          </a:p>
          <a:p xmlns:a="http://schemas.openxmlformats.org/drawingml/2006/main">
            <a:pPr algn="l">
              <a:defRPr sz="1275" b="0">
                <a:solidFill>
                  <a:srgbClr val="1F1F1F"/>
                </a:solidFill>
              </a:defRPr>
            </a:pPr>
            <a:r>
              <a:rPr sz="1275" b="0">
                <a:solidFill>
                  <a:srgbClr val="1F1F1F"/>
                </a:solidFill>
              </a:rPr>
              <a:t>• Rótulos finais por série e participação final em gráficos e tabelas.</a:t>
            </a:r>
          </a:p>
          <a:p xmlns:a="http://schemas.openxmlformats.org/drawingml/2006/main">
            <a:pPr algn="l">
              <a:defRPr sz="1275" b="0">
                <a:solidFill>
                  <a:srgbClr val="1F1F1F"/>
                </a:solidFill>
              </a:defRPr>
            </a:pPr>
            <a:r>
              <a:rPr sz="1275" b="0">
                <a:solidFill>
                  <a:srgbClr val="1F1F1F"/>
                </a:solidFill>
              </a:rPr>
              <a:t>• Paleta fixa e contrastada inspirada em research bancário.</a:t>
            </a:r>
          </a:p>
          <a:p xmlns:a="http://schemas.openxmlformats.org/drawingml/2006/main">
            <a:pPr algn="l">
              <a:defRPr sz="1275" b="0">
                <a:solidFill>
                  <a:srgbClr val="1F1F1F"/>
                </a:solidFill>
              </a:defRPr>
            </a:pPr>
            <a:r>
              <a:rPr sz="1275" b="0">
                <a:solidFill>
                  <a:srgbClr val="1F1F1F"/>
                </a:solidFill>
              </a:rPr>
              <a:t>• Exportação PPT com título Dados de Meios de Pagamento - BCB.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EA594-7155-4F5A-9AC2-E04BC41E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1F"/>
                </a:solidFill>
              </a:defRPr>
            </a:pPr>
            <a:r>
              <a:rPr sz="1650" b="1">
                <a:solidFill>
                  <a:srgbClr val="1F1F1F"/>
                </a:solidFill>
              </a:rPr>
              <a:t>Próximos refinamentos recomendados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810E8-F66D-491A-A1A6-129022E7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1F1F"/>
                </a:solidFill>
              </a:defRPr>
            </a:pPr>
            <a:r>
              <a:rPr sz="1275" b="0">
                <a:solidFill>
                  <a:srgbClr val="1F1F1F"/>
                </a:solidFill>
              </a:rPr>
              <a:t>• Adicionar chave de escala linear/log e modo pré-Pix para auditorias históricas longas.</a:t>
            </a:r>
          </a:p>
          <a:p xmlns:a="http://schemas.openxmlformats.org/drawingml/2006/main">
            <a:pPr algn="l">
              <a:defRPr sz="1275" b="0">
                <a:solidFill>
                  <a:srgbClr val="1F1F1F"/>
                </a:solidFill>
              </a:defRPr>
            </a:pPr>
            <a:r>
              <a:rPr sz="1275" b="0">
                <a:solidFill>
                  <a:srgbClr val="1F1F1F"/>
                </a:solidFill>
              </a:rPr>
              <a:t>• Criar métrica de ticket médio por modalidade para separar adoção de intensidade financeira.</a:t>
            </a:r>
          </a:p>
          <a:p xmlns:a="http://schemas.openxmlformats.org/drawingml/2006/main">
            <a:pPr algn="l">
              <a:defRPr sz="1275" b="0">
                <a:solidFill>
                  <a:srgbClr val="1F1F1F"/>
                </a:solidFill>
              </a:defRPr>
            </a:pPr>
            <a:r>
              <a:rPr sz="1275" b="0">
                <a:solidFill>
                  <a:srgbClr val="1F1F1F"/>
                </a:solidFill>
              </a:rPr>
              <a:t>• Persistir cache local versionado do MPV_DadosAbertos para deploys sem rede.</a:t>
            </a:r>
          </a:p>
          <a:p xmlns:a="http://schemas.openxmlformats.org/drawingml/2006/main">
            <a:pPr algn="l">
              <a:defRPr sz="1275" b="0">
                <a:solidFill>
                  <a:srgbClr val="1F1F1F"/>
                </a:solidFill>
              </a:defRPr>
            </a:pPr>
            <a:r>
              <a:rPr sz="1275" b="0">
                <a:solidFill>
                  <a:srgbClr val="1F1F1F"/>
                </a:solidFill>
              </a:rPr>
              <a:t>• Adicionar testes visuais automáticos da aba com screenshot desktop/mobile.</a:t>
            </a:r>
          </a:p>
          <a:p xmlns:a="http://schemas.openxmlformats.org/drawingml/2006/main">
            <a:pPr algn="l">
              <a:defRPr sz="1275" b="0">
                <a:solidFill>
                  <a:srgbClr val="1F1F1F"/>
                </a:solidFill>
              </a:defRPr>
            </a:pPr>
            <a:r>
              <a:rPr sz="1275" b="0">
                <a:solidFill>
                  <a:srgbClr val="1F1F1F"/>
                </a:solidFill>
              </a:rPr>
              <a:t>• Separar visão de risco por trilha: liquidação, cartões, legados e canais.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D8C45-EC1D-4CC7-87EE-6848F72E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solidFill>
              <a:srgbClr val="E5E5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556EC-DACA-4561-9203-D8CCA3F1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6B6B"/>
                </a:solidFill>
              </a:defRPr>
            </a:pPr>
            <a:r>
              <a:rPr sz="1125" b="0">
                <a:solidFill>
                  <a:srgbClr val="6B6B6B"/>
                </a:solidFill>
              </a:rPr>
              <a:t>Critério de aceite: o analista deve conseguir alterar a janela, identificar o último ponto de cada série, ler participação final e exportar uma apresentação pronta para discussão executiva.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03503-BFEC-41DE-8756-A924BB61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Fonte: Banco Central do Brasil, MPV_DadosAbertos | Elaboração: Toma Conta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66C2E-EDA0-4639-97A7-994EAE93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48057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2026-07-01T17:35:56.5700000Z</dcterms:created>
  <dcterms:modified xsi:type="dcterms:W3CDTF">2026-07-01T17:35:56.5700000Z</dcterms:modified>
</coreProperties>
</file>